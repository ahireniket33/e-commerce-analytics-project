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12700" rtl="0" fontAlgn="auto" latinLnBrk="0" hangingPunct="0">
      <a:lnSpc>
        <a:spcPct val="80000"/>
      </a:lnSpc>
      <a:spcBef>
        <a:spcPts val="2400"/>
      </a:spcBef>
      <a:spcAft>
        <a:spcPts val="0"/>
      </a:spcAft>
      <a:buClrTx/>
      <a:buSzTx/>
      <a:buFontTx/>
      <a:buNone/>
      <a:tabLst>
        <a:tab pos="355600" algn="l"/>
        <a:tab pos="711200" algn="l"/>
        <a:tab pos="1066800" algn="l"/>
        <a:tab pos="1422400" algn="l"/>
        <a:tab pos="1778000" algn="l"/>
        <a:tab pos="2133600" algn="l"/>
        <a:tab pos="2489200" algn="l"/>
        <a:tab pos="2844800" algn="l"/>
        <a:tab pos="3200400" algn="l"/>
        <a:tab pos="3556000" algn="l"/>
        <a:tab pos="3911600" algn="l"/>
        <a:tab pos="4267200" algn="l"/>
      </a:tabLst>
      <a:defRPr b="0" baseline="0" cap="none" i="0" spc="0" strike="noStrike" sz="3600" u="none" kumimoji="0" normalizeH="0">
        <a:ln>
          <a:noFill/>
        </a:ln>
        <a:solidFill>
          <a:srgbClr val="4A4A4A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1pPr>
    <a:lvl2pPr marL="0" marR="0" indent="457200" algn="l" defTabSz="12700" rtl="0" fontAlgn="auto" latinLnBrk="0" hangingPunct="0">
      <a:lnSpc>
        <a:spcPct val="80000"/>
      </a:lnSpc>
      <a:spcBef>
        <a:spcPts val="2400"/>
      </a:spcBef>
      <a:spcAft>
        <a:spcPts val="0"/>
      </a:spcAft>
      <a:buClrTx/>
      <a:buSzTx/>
      <a:buFontTx/>
      <a:buNone/>
      <a:tabLst>
        <a:tab pos="355600" algn="l"/>
        <a:tab pos="711200" algn="l"/>
        <a:tab pos="1066800" algn="l"/>
        <a:tab pos="1422400" algn="l"/>
        <a:tab pos="1778000" algn="l"/>
        <a:tab pos="2133600" algn="l"/>
        <a:tab pos="2489200" algn="l"/>
        <a:tab pos="2844800" algn="l"/>
        <a:tab pos="3200400" algn="l"/>
        <a:tab pos="3556000" algn="l"/>
        <a:tab pos="3911600" algn="l"/>
        <a:tab pos="4267200" algn="l"/>
      </a:tabLst>
      <a:defRPr b="0" baseline="0" cap="none" i="0" spc="0" strike="noStrike" sz="3600" u="none" kumimoji="0" normalizeH="0">
        <a:ln>
          <a:noFill/>
        </a:ln>
        <a:solidFill>
          <a:srgbClr val="4A4A4A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2pPr>
    <a:lvl3pPr marL="0" marR="0" indent="914400" algn="l" defTabSz="12700" rtl="0" fontAlgn="auto" latinLnBrk="0" hangingPunct="0">
      <a:lnSpc>
        <a:spcPct val="80000"/>
      </a:lnSpc>
      <a:spcBef>
        <a:spcPts val="2400"/>
      </a:spcBef>
      <a:spcAft>
        <a:spcPts val="0"/>
      </a:spcAft>
      <a:buClrTx/>
      <a:buSzTx/>
      <a:buFontTx/>
      <a:buNone/>
      <a:tabLst>
        <a:tab pos="355600" algn="l"/>
        <a:tab pos="711200" algn="l"/>
        <a:tab pos="1066800" algn="l"/>
        <a:tab pos="1422400" algn="l"/>
        <a:tab pos="1778000" algn="l"/>
        <a:tab pos="2133600" algn="l"/>
        <a:tab pos="2489200" algn="l"/>
        <a:tab pos="2844800" algn="l"/>
        <a:tab pos="3200400" algn="l"/>
        <a:tab pos="3556000" algn="l"/>
        <a:tab pos="3911600" algn="l"/>
        <a:tab pos="4267200" algn="l"/>
      </a:tabLst>
      <a:defRPr b="0" baseline="0" cap="none" i="0" spc="0" strike="noStrike" sz="3600" u="none" kumimoji="0" normalizeH="0">
        <a:ln>
          <a:noFill/>
        </a:ln>
        <a:solidFill>
          <a:srgbClr val="4A4A4A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3pPr>
    <a:lvl4pPr marL="0" marR="0" indent="1371600" algn="l" defTabSz="12700" rtl="0" fontAlgn="auto" latinLnBrk="0" hangingPunct="0">
      <a:lnSpc>
        <a:spcPct val="80000"/>
      </a:lnSpc>
      <a:spcBef>
        <a:spcPts val="2400"/>
      </a:spcBef>
      <a:spcAft>
        <a:spcPts val="0"/>
      </a:spcAft>
      <a:buClrTx/>
      <a:buSzTx/>
      <a:buFontTx/>
      <a:buNone/>
      <a:tabLst>
        <a:tab pos="355600" algn="l"/>
        <a:tab pos="711200" algn="l"/>
        <a:tab pos="1066800" algn="l"/>
        <a:tab pos="1422400" algn="l"/>
        <a:tab pos="1778000" algn="l"/>
        <a:tab pos="2133600" algn="l"/>
        <a:tab pos="2489200" algn="l"/>
        <a:tab pos="2844800" algn="l"/>
        <a:tab pos="3200400" algn="l"/>
        <a:tab pos="3556000" algn="l"/>
        <a:tab pos="3911600" algn="l"/>
        <a:tab pos="4267200" algn="l"/>
      </a:tabLst>
      <a:defRPr b="0" baseline="0" cap="none" i="0" spc="0" strike="noStrike" sz="3600" u="none" kumimoji="0" normalizeH="0">
        <a:ln>
          <a:noFill/>
        </a:ln>
        <a:solidFill>
          <a:srgbClr val="4A4A4A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4pPr>
    <a:lvl5pPr marL="0" marR="0" indent="1828800" algn="l" defTabSz="12700" rtl="0" fontAlgn="auto" latinLnBrk="0" hangingPunct="0">
      <a:lnSpc>
        <a:spcPct val="80000"/>
      </a:lnSpc>
      <a:spcBef>
        <a:spcPts val="2400"/>
      </a:spcBef>
      <a:spcAft>
        <a:spcPts val="0"/>
      </a:spcAft>
      <a:buClrTx/>
      <a:buSzTx/>
      <a:buFontTx/>
      <a:buNone/>
      <a:tabLst>
        <a:tab pos="355600" algn="l"/>
        <a:tab pos="711200" algn="l"/>
        <a:tab pos="1066800" algn="l"/>
        <a:tab pos="1422400" algn="l"/>
        <a:tab pos="1778000" algn="l"/>
        <a:tab pos="2133600" algn="l"/>
        <a:tab pos="2489200" algn="l"/>
        <a:tab pos="2844800" algn="l"/>
        <a:tab pos="3200400" algn="l"/>
        <a:tab pos="3556000" algn="l"/>
        <a:tab pos="3911600" algn="l"/>
        <a:tab pos="4267200" algn="l"/>
      </a:tabLst>
      <a:defRPr b="0" baseline="0" cap="none" i="0" spc="0" strike="noStrike" sz="3600" u="none" kumimoji="0" normalizeH="0">
        <a:ln>
          <a:noFill/>
        </a:ln>
        <a:solidFill>
          <a:srgbClr val="4A4A4A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5pPr>
    <a:lvl6pPr marL="0" marR="0" indent="2286000" algn="l" defTabSz="12700" rtl="0" fontAlgn="auto" latinLnBrk="0" hangingPunct="0">
      <a:lnSpc>
        <a:spcPct val="80000"/>
      </a:lnSpc>
      <a:spcBef>
        <a:spcPts val="2400"/>
      </a:spcBef>
      <a:spcAft>
        <a:spcPts val="0"/>
      </a:spcAft>
      <a:buClrTx/>
      <a:buSzTx/>
      <a:buFontTx/>
      <a:buNone/>
      <a:tabLst>
        <a:tab pos="355600" algn="l"/>
        <a:tab pos="711200" algn="l"/>
        <a:tab pos="1066800" algn="l"/>
        <a:tab pos="1422400" algn="l"/>
        <a:tab pos="1778000" algn="l"/>
        <a:tab pos="2133600" algn="l"/>
        <a:tab pos="2489200" algn="l"/>
        <a:tab pos="2844800" algn="l"/>
        <a:tab pos="3200400" algn="l"/>
        <a:tab pos="3556000" algn="l"/>
        <a:tab pos="3911600" algn="l"/>
        <a:tab pos="4267200" algn="l"/>
      </a:tabLst>
      <a:defRPr b="0" baseline="0" cap="none" i="0" spc="0" strike="noStrike" sz="3600" u="none" kumimoji="0" normalizeH="0">
        <a:ln>
          <a:noFill/>
        </a:ln>
        <a:solidFill>
          <a:srgbClr val="4A4A4A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6pPr>
    <a:lvl7pPr marL="0" marR="0" indent="2743200" algn="l" defTabSz="12700" rtl="0" fontAlgn="auto" latinLnBrk="0" hangingPunct="0">
      <a:lnSpc>
        <a:spcPct val="80000"/>
      </a:lnSpc>
      <a:spcBef>
        <a:spcPts val="2400"/>
      </a:spcBef>
      <a:spcAft>
        <a:spcPts val="0"/>
      </a:spcAft>
      <a:buClrTx/>
      <a:buSzTx/>
      <a:buFontTx/>
      <a:buNone/>
      <a:tabLst>
        <a:tab pos="355600" algn="l"/>
        <a:tab pos="711200" algn="l"/>
        <a:tab pos="1066800" algn="l"/>
        <a:tab pos="1422400" algn="l"/>
        <a:tab pos="1778000" algn="l"/>
        <a:tab pos="2133600" algn="l"/>
        <a:tab pos="2489200" algn="l"/>
        <a:tab pos="2844800" algn="l"/>
        <a:tab pos="3200400" algn="l"/>
        <a:tab pos="3556000" algn="l"/>
        <a:tab pos="3911600" algn="l"/>
        <a:tab pos="4267200" algn="l"/>
      </a:tabLst>
      <a:defRPr b="0" baseline="0" cap="none" i="0" spc="0" strike="noStrike" sz="3600" u="none" kumimoji="0" normalizeH="0">
        <a:ln>
          <a:noFill/>
        </a:ln>
        <a:solidFill>
          <a:srgbClr val="4A4A4A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7pPr>
    <a:lvl8pPr marL="0" marR="0" indent="3200400" algn="l" defTabSz="12700" rtl="0" fontAlgn="auto" latinLnBrk="0" hangingPunct="0">
      <a:lnSpc>
        <a:spcPct val="80000"/>
      </a:lnSpc>
      <a:spcBef>
        <a:spcPts val="2400"/>
      </a:spcBef>
      <a:spcAft>
        <a:spcPts val="0"/>
      </a:spcAft>
      <a:buClrTx/>
      <a:buSzTx/>
      <a:buFontTx/>
      <a:buNone/>
      <a:tabLst>
        <a:tab pos="355600" algn="l"/>
        <a:tab pos="711200" algn="l"/>
        <a:tab pos="1066800" algn="l"/>
        <a:tab pos="1422400" algn="l"/>
        <a:tab pos="1778000" algn="l"/>
        <a:tab pos="2133600" algn="l"/>
        <a:tab pos="2489200" algn="l"/>
        <a:tab pos="2844800" algn="l"/>
        <a:tab pos="3200400" algn="l"/>
        <a:tab pos="3556000" algn="l"/>
        <a:tab pos="3911600" algn="l"/>
        <a:tab pos="4267200" algn="l"/>
      </a:tabLst>
      <a:defRPr b="0" baseline="0" cap="none" i="0" spc="0" strike="noStrike" sz="3600" u="none" kumimoji="0" normalizeH="0">
        <a:ln>
          <a:noFill/>
        </a:ln>
        <a:solidFill>
          <a:srgbClr val="4A4A4A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8pPr>
    <a:lvl9pPr marL="0" marR="0" indent="3657600" algn="l" defTabSz="12700" rtl="0" fontAlgn="auto" latinLnBrk="0" hangingPunct="0">
      <a:lnSpc>
        <a:spcPct val="80000"/>
      </a:lnSpc>
      <a:spcBef>
        <a:spcPts val="2400"/>
      </a:spcBef>
      <a:spcAft>
        <a:spcPts val="0"/>
      </a:spcAft>
      <a:buClrTx/>
      <a:buSzTx/>
      <a:buFontTx/>
      <a:buNone/>
      <a:tabLst>
        <a:tab pos="355600" algn="l"/>
        <a:tab pos="711200" algn="l"/>
        <a:tab pos="1066800" algn="l"/>
        <a:tab pos="1422400" algn="l"/>
        <a:tab pos="1778000" algn="l"/>
        <a:tab pos="2133600" algn="l"/>
        <a:tab pos="2489200" algn="l"/>
        <a:tab pos="2844800" algn="l"/>
        <a:tab pos="3200400" algn="l"/>
        <a:tab pos="3556000" algn="l"/>
        <a:tab pos="3911600" algn="l"/>
        <a:tab pos="4267200" algn="l"/>
      </a:tabLst>
      <a:defRPr b="0" baseline="0" cap="none" i="0" spc="0" strike="noStrike" sz="3600" u="none" kumimoji="0" normalizeH="0">
        <a:ln>
          <a:noFill/>
        </a:ln>
        <a:solidFill>
          <a:srgbClr val="4A4A4A"/>
        </a:solidFill>
        <a:effectLst/>
        <a:uFillTx/>
        <a:latin typeface="Avenir Next Medium"/>
        <a:ea typeface="Avenir Next Medium"/>
        <a:cs typeface="Avenir Next Medium"/>
        <a:sym typeface="Avenir Next Medium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Avenir Next Regular"/>
          <a:ea typeface="Avenir Next Regular"/>
          <a:cs typeface="Avenir Next Regular"/>
        </a:font>
        <a:srgbClr val="4A4A4B"/>
      </a:tcTxStyle>
      <a:tcStyle>
        <a:tcBdr>
          <a:left>
            <a:ln w="12700" cap="flat">
              <a:solidFill>
                <a:srgbClr val="4A4A4B"/>
              </a:solidFill>
              <a:prstDash val="solid"/>
              <a:miter lim="400000"/>
            </a:ln>
          </a:left>
          <a:right>
            <a:ln w="12700" cap="flat">
              <a:solidFill>
                <a:srgbClr val="4A4A4B"/>
              </a:solidFill>
              <a:prstDash val="solid"/>
              <a:miter lim="400000"/>
            </a:ln>
          </a:right>
          <a:top>
            <a:ln w="12700" cap="flat">
              <a:solidFill>
                <a:srgbClr val="4A4A4B"/>
              </a:solidFill>
              <a:prstDash val="solid"/>
              <a:miter lim="400000"/>
            </a:ln>
          </a:top>
          <a:bottom>
            <a:ln w="12700" cap="flat">
              <a:solidFill>
                <a:srgbClr val="4A4A4B"/>
              </a:solidFill>
              <a:prstDash val="solid"/>
              <a:miter lim="400000"/>
            </a:ln>
          </a:bottom>
          <a:insideH>
            <a:ln w="12700" cap="flat">
              <a:solidFill>
                <a:srgbClr val="4A4A4B"/>
              </a:solidFill>
              <a:prstDash val="solid"/>
              <a:miter lim="400000"/>
            </a:ln>
          </a:insideH>
          <a:insideV>
            <a:ln w="12700" cap="flat">
              <a:solidFill>
                <a:srgbClr val="4A4A4B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9D5CA"/>
          </a:solidFill>
        </a:fill>
      </a:tcStyle>
    </a:band2H>
    <a:firstCol>
      <a:tcTxStyle b="on" i="off">
        <a:font>
          <a:latin typeface="Avenir Next Regular"/>
          <a:ea typeface="Avenir Next Regular"/>
          <a:cs typeface="Avenir Next Regular"/>
        </a:font>
        <a:srgbClr val="4A4A4B"/>
      </a:tcTxStyle>
      <a:tcStyle>
        <a:tcBdr>
          <a:left>
            <a:ln w="12700" cap="flat">
              <a:noFill/>
              <a:miter lim="400000"/>
            </a:ln>
          </a:left>
          <a:right>
            <a:ln w="25400" cap="flat">
              <a:solidFill>
                <a:srgbClr val="4A4A4B"/>
              </a:solidFill>
              <a:prstDash val="solid"/>
              <a:miter lim="400000"/>
            </a:ln>
          </a:right>
          <a:top>
            <a:ln w="12700" cap="flat">
              <a:solidFill>
                <a:srgbClr val="4A4A4B"/>
              </a:solidFill>
              <a:prstDash val="solid"/>
              <a:miter lim="400000"/>
            </a:ln>
          </a:top>
          <a:bottom>
            <a:ln w="12700" cap="flat">
              <a:solidFill>
                <a:srgbClr val="4A4A4B"/>
              </a:solidFill>
              <a:prstDash val="solid"/>
              <a:miter lim="400000"/>
            </a:ln>
          </a:bottom>
          <a:insideH>
            <a:ln w="12700" cap="flat">
              <a:solidFill>
                <a:srgbClr val="4A4A4B"/>
              </a:solidFill>
              <a:prstDash val="solid"/>
              <a:miter lim="400000"/>
            </a:ln>
          </a:insideH>
          <a:insideV>
            <a:ln w="12700" cap="flat">
              <a:solidFill>
                <a:srgbClr val="4A4A4B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Avenir Next Regular"/>
          <a:ea typeface="Avenir Next Regular"/>
          <a:cs typeface="Avenir Next Regular"/>
        </a:font>
        <a:srgbClr val="4A4A4B"/>
      </a:tcTxStyle>
      <a:tcStyle>
        <a:tcBdr>
          <a:left>
            <a:ln w="12700" cap="flat">
              <a:solidFill>
                <a:srgbClr val="4A4A4B"/>
              </a:solidFill>
              <a:prstDash val="solid"/>
              <a:miter lim="400000"/>
            </a:ln>
          </a:left>
          <a:right>
            <a:ln w="12700" cap="flat">
              <a:solidFill>
                <a:srgbClr val="4A4A4B"/>
              </a:solidFill>
              <a:prstDash val="solid"/>
              <a:miter lim="400000"/>
            </a:ln>
          </a:right>
          <a:top>
            <a:ln w="25400" cap="flat">
              <a:solidFill>
                <a:srgbClr val="4A4A4B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4A4A4B"/>
              </a:solidFill>
              <a:prstDash val="solid"/>
              <a:miter lim="400000"/>
            </a:ln>
          </a:insideH>
          <a:insideV>
            <a:ln w="12700" cap="flat">
              <a:solidFill>
                <a:srgbClr val="4A4A4B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Avenir Next Regular"/>
          <a:ea typeface="Avenir Next Regular"/>
          <a:cs typeface="Avenir Next Regular"/>
        </a:font>
        <a:srgbClr val="4A4A4B"/>
      </a:tcTxStyle>
      <a:tcStyle>
        <a:tcBdr>
          <a:left>
            <a:ln w="12700" cap="flat">
              <a:solidFill>
                <a:srgbClr val="4A4A4B"/>
              </a:solidFill>
              <a:prstDash val="solid"/>
              <a:miter lim="400000"/>
            </a:ln>
          </a:left>
          <a:right>
            <a:ln w="12700" cap="flat">
              <a:solidFill>
                <a:srgbClr val="4A4A4B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25400" cap="flat">
              <a:solidFill>
                <a:srgbClr val="4A4A4B"/>
              </a:solidFill>
              <a:prstDash val="solid"/>
              <a:miter lim="400000"/>
            </a:ln>
          </a:bottom>
          <a:insideH>
            <a:ln w="12700" cap="flat">
              <a:solidFill>
                <a:srgbClr val="4A4A4B"/>
              </a:solidFill>
              <a:prstDash val="solid"/>
              <a:miter lim="400000"/>
            </a:ln>
          </a:insideH>
          <a:insideV>
            <a:ln w="12700" cap="flat">
              <a:solidFill>
                <a:srgbClr val="4A4A4B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chemeClr val="accent1">
                  <a:hueOff val="420094"/>
                  <a:satOff val="-1465"/>
                  <a:lumOff val="-19139"/>
                </a:schemeClr>
              </a:solidFill>
              <a:prstDash val="solid"/>
              <a:miter lim="400000"/>
            </a:ln>
          </a:left>
          <a:right>
            <a:ln w="12700" cap="flat">
              <a:solidFill>
                <a:schemeClr val="accent1">
                  <a:hueOff val="420094"/>
                  <a:satOff val="-1465"/>
                  <a:lumOff val="-19139"/>
                </a:schemeClr>
              </a:solidFill>
              <a:prstDash val="solid"/>
              <a:miter lim="400000"/>
            </a:ln>
          </a:right>
          <a:top>
            <a:ln w="12700" cap="flat">
              <a:solidFill>
                <a:schemeClr val="accent1">
                  <a:hueOff val="420094"/>
                  <a:satOff val="-1465"/>
                  <a:lumOff val="-19139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chemeClr val="accent1">
                  <a:hueOff val="420094"/>
                  <a:satOff val="-1465"/>
                  <a:lumOff val="-19139"/>
                </a:schemeClr>
              </a:solidFill>
              <a:prstDash val="solid"/>
              <a:miter lim="400000"/>
            </a:ln>
          </a:bottom>
          <a:insideH>
            <a:ln w="12700" cap="flat">
              <a:solidFill>
                <a:schemeClr val="accent1">
                  <a:hueOff val="420094"/>
                  <a:satOff val="-1465"/>
                  <a:lumOff val="-19139"/>
                </a:schemeClr>
              </a:solidFill>
              <a:prstDash val="solid"/>
              <a:miter lim="400000"/>
            </a:ln>
          </a:insideH>
          <a:insideV>
            <a:ln w="12700" cap="flat">
              <a:solidFill>
                <a:schemeClr val="accent1">
                  <a:hueOff val="420094"/>
                  <a:satOff val="-1465"/>
                  <a:lumOff val="-19139"/>
                </a:schemeClr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9D5CA"/>
          </a:solidFill>
        </a:fill>
      </a:tcStyle>
    </a:band2H>
    <a:firstCol>
      <a:tcTxStyle b="on" i="off">
        <a:font>
          <a:latin typeface="Avenir Next Regular"/>
          <a:ea typeface="Avenir Next Regular"/>
          <a:cs typeface="Avenir Next Regular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25400" cap="flat">
              <a:solidFill>
                <a:schemeClr val="accent1">
                  <a:hueOff val="420094"/>
                  <a:satOff val="-1465"/>
                  <a:lumOff val="-19139"/>
                </a:schemeClr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0EBE0"/>
              </a:solidFill>
              <a:prstDash val="solid"/>
              <a:miter lim="400000"/>
            </a:ln>
          </a:insideV>
        </a:tcBdr>
        <a:fill>
          <a:solidFill>
            <a:srgbClr val="54BAE0"/>
          </a:solidFill>
        </a:fill>
      </a:tcStyle>
    </a:firstCol>
    <a:lastRow>
      <a:tcTxStyle b="off" i="off">
        <a:font>
          <a:latin typeface="Avenir Next Medium"/>
          <a:ea typeface="Avenir Next Medium"/>
          <a:cs typeface="Avenir Next Medium"/>
        </a:font>
        <a:srgbClr val="000000"/>
      </a:tcTxStyle>
      <a:tcStyle>
        <a:tcBdr>
          <a:left>
            <a:ln w="12700" cap="flat">
              <a:solidFill>
                <a:schemeClr val="accent1">
                  <a:hueOff val="420094"/>
                  <a:satOff val="-1465"/>
                  <a:lumOff val="-19139"/>
                </a:schemeClr>
              </a:solidFill>
              <a:prstDash val="solid"/>
              <a:miter lim="400000"/>
            </a:ln>
          </a:left>
          <a:right>
            <a:ln w="12700" cap="flat">
              <a:solidFill>
                <a:schemeClr val="accent1">
                  <a:hueOff val="420094"/>
                  <a:satOff val="-1465"/>
                  <a:lumOff val="-19139"/>
                </a:schemeClr>
              </a:solidFill>
              <a:prstDash val="solid"/>
              <a:miter lim="400000"/>
            </a:ln>
          </a:right>
          <a:top>
            <a:ln w="25400" cap="flat">
              <a:solidFill>
                <a:schemeClr val="accent1">
                  <a:hueOff val="420094"/>
                  <a:satOff val="-1465"/>
                  <a:lumOff val="-19139"/>
                </a:schemeClr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chemeClr val="accent1">
                  <a:hueOff val="420094"/>
                  <a:satOff val="-1465"/>
                  <a:lumOff val="-19139"/>
                </a:schemeClr>
              </a:solidFill>
              <a:prstDash val="solid"/>
              <a:miter lim="400000"/>
            </a:ln>
          </a:insideH>
          <a:insideV>
            <a:ln w="12700" cap="flat">
              <a:solidFill>
                <a:schemeClr val="accent1">
                  <a:hueOff val="420094"/>
                  <a:satOff val="-1465"/>
                  <a:lumOff val="-19139"/>
                </a:schemeClr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Avenir Next Regular"/>
          <a:ea typeface="Avenir Next Regular"/>
          <a:cs typeface="Avenir Next Regular"/>
        </a:font>
        <a:srgbClr val="FFFFFF"/>
      </a:tcTxStyle>
      <a:tcStyle>
        <a:tcBdr>
          <a:left>
            <a:ln w="12700" cap="flat">
              <a:solidFill>
                <a:srgbClr val="F0EBE0"/>
              </a:solidFill>
              <a:prstDash val="solid"/>
              <a:miter lim="400000"/>
            </a:ln>
          </a:left>
          <a:right>
            <a:ln w="12700" cap="flat">
              <a:solidFill>
                <a:srgbClr val="F0EBE0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25400" cap="flat">
              <a:solidFill>
                <a:schemeClr val="accent1">
                  <a:hueOff val="420094"/>
                  <a:satOff val="-1465"/>
                  <a:lumOff val="-19139"/>
                </a:schemeClr>
              </a:solidFill>
              <a:prstDash val="solid"/>
              <a:miter lim="400000"/>
            </a:ln>
          </a:bottom>
          <a:insideH>
            <a:ln w="12700" cap="flat">
              <a:solidFill>
                <a:srgbClr val="F0EBE0"/>
              </a:solidFill>
              <a:prstDash val="solid"/>
              <a:miter lim="400000"/>
            </a:ln>
          </a:insideH>
          <a:insideV>
            <a:ln w="12700" cap="flat">
              <a:solidFill>
                <a:srgbClr val="F0EBE0"/>
              </a:solidFill>
              <a:prstDash val="solid"/>
              <a:miter lim="400000"/>
            </a:ln>
          </a:insideV>
        </a:tcBdr>
        <a:fill>
          <a:solidFill>
            <a:srgbClr val="54BAE0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F0EBE0"/>
          </a:solidFill>
        </a:fill>
      </a:tcStyle>
    </a:wholeTbl>
    <a:band2H>
      <a:tcTxStyle b="def" i="def"/>
      <a:tcStyle>
        <a:tcBdr/>
        <a:fill>
          <a:solidFill>
            <a:srgbClr val="D9D5CA"/>
          </a:solidFill>
        </a:fill>
      </a:tcStyle>
    </a:band2H>
    <a:firstCol>
      <a:tcTxStyle b="off" i="off">
        <a:font>
          <a:latin typeface="Avenir Next Medium"/>
          <a:ea typeface="Avenir Next Medium"/>
          <a:cs typeface="Avenir Next Medium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C6DFB5"/>
          </a:solidFill>
        </a:fill>
      </a:tcStyle>
    </a:firstCol>
    <a:lastRow>
      <a:tcTxStyle b="off" i="off">
        <a:font>
          <a:latin typeface="Avenir Next Medium"/>
          <a:ea typeface="Avenir Next Medium"/>
          <a:cs typeface="Avenir Next Medium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F0EBE0"/>
          </a:solidFill>
        </a:fill>
      </a:tcStyle>
    </a:lastRow>
    <a:firstRow>
      <a:tcTxStyle b="on" i="off">
        <a:font>
          <a:latin typeface="Avenir Next Regular"/>
          <a:ea typeface="Avenir Next Regular"/>
          <a:cs typeface="Avenir Next Regular"/>
        </a:font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254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57A797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0EBE0"/>
          </a:solidFill>
        </a:fill>
      </a:tcStyle>
    </a:wholeTbl>
    <a:band2H>
      <a:tcTxStyle b="def" i="def"/>
      <a:tcStyle>
        <a:tcBdr/>
        <a:fill>
          <a:solidFill>
            <a:srgbClr val="E4E1D8"/>
          </a:solidFill>
        </a:fill>
      </a:tcStyle>
    </a:band2H>
    <a:firstCol>
      <a:tcTxStyle b="off" i="off">
        <a:font>
          <a:latin typeface="Avenir Next Medium"/>
          <a:ea typeface="Avenir Next Medium"/>
          <a:cs typeface="Avenir Next Medium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DAD7D3"/>
          </a:solidFill>
        </a:fill>
      </a:tcStyle>
    </a:firstCol>
    <a:lastRow>
      <a:tcTxStyle b="off" i="off">
        <a:font>
          <a:latin typeface="Avenir Next Medium"/>
          <a:ea typeface="Avenir Next Medium"/>
          <a:cs typeface="Avenir Next Medium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0EBE0"/>
          </a:solidFill>
        </a:fill>
      </a:tcStyle>
    </a:lastRow>
    <a:firstRow>
      <a:tcTxStyle b="on" i="off">
        <a:font>
          <a:latin typeface="Avenir Next Regular"/>
          <a:ea typeface="Avenir Next Regular"/>
          <a:cs typeface="Avenir Next Regular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34388"/>
            </a:schemeClr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FEBE1"/>
          </a:solidFill>
        </a:fill>
      </a:tcStyle>
    </a:wholeTbl>
    <a:band2H>
      <a:tcTxStyle b="def" i="def"/>
      <a:tcStyle>
        <a:tcBdr/>
        <a:fill>
          <a:solidFill>
            <a:srgbClr val="D9D5CA"/>
          </a:solidFill>
        </a:fill>
      </a:tcStyle>
    </a:band2H>
    <a:firstCol>
      <a:tcTxStyle b="on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D0CCC4"/>
          </a:solidFill>
        </a:fill>
      </a:tcStyle>
    </a:firstCol>
    <a:lastRow>
      <a:tcTxStyle b="on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Avenir Next Regular"/>
          <a:ea typeface="Avenir Next Regular"/>
          <a:cs typeface="Avenir Next Regular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F5413C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9D5CA"/>
          </a:solidFill>
        </a:fill>
      </a:tcStyle>
    </a:band2H>
    <a:firstCol>
      <a:tcTxStyle b="on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D0CCC4"/>
          </a:solidFill>
        </a:fill>
      </a:tcStyle>
    </a:firstCol>
    <a:lastRow>
      <a:tcTxStyle b="on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B7B5B1"/>
          </a:solidFill>
        </a:fill>
      </a:tcStyle>
    </a:lastRow>
    <a:firstRow>
      <a:tcTxStyle b="on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B7B5B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Shape 18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8" name="Shape 18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Author and Date"/>
          <p:cNvSpPr txBox="1"/>
          <p:nvPr>
            <p:ph type="body" sz="quarter" idx="21" hasCustomPrompt="1"/>
          </p:nvPr>
        </p:nvSpPr>
        <p:spPr>
          <a:xfrm>
            <a:off x="1727200" y="1003300"/>
            <a:ext cx="20929600" cy="482600"/>
          </a:xfrm>
          <a:prstGeom prst="rect">
            <a:avLst/>
          </a:prstGeom>
        </p:spPr>
        <p:txBody>
          <a:bodyPr anchor="ctr"/>
          <a:lstStyle>
            <a:lvl1pPr defTabSz="685800">
              <a:lnSpc>
                <a:spcPct val="100000"/>
              </a:lnSpc>
              <a:defRPr b="1" cap="all" spc="0" sz="2000">
                <a:solidFill>
                  <a:srgbClr val="227AAF"/>
                </a:solidFill>
              </a:defRPr>
            </a:lvl1pPr>
          </a:lstStyle>
          <a:p>
            <a:pPr/>
            <a:r>
              <a:t>Author and Date</a:t>
            </a:r>
          </a:p>
        </p:txBody>
      </p:sp>
      <p:sp>
        <p:nvSpPr>
          <p:cNvPr id="14" name="Presentation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Presentation Title</a:t>
            </a:r>
          </a:p>
        </p:txBody>
      </p:sp>
      <p:sp>
        <p:nvSpPr>
          <p:cNvPr id="15" name="Body Level One…"/>
          <p:cNvSpPr txBox="1"/>
          <p:nvPr>
            <p:ph type="body" sz="quarter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Copenhagen Opera House lit up at night and viewed from across the water"/>
          <p:cNvSpPr/>
          <p:nvPr>
            <p:ph type="pic" idx="21"/>
          </p:nvPr>
        </p:nvSpPr>
        <p:spPr>
          <a:xfrm>
            <a:off x="-1" y="-2527300"/>
            <a:ext cx="24384001" cy="1625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1727200" y="10718800"/>
            <a:ext cx="20929600" cy="2025650"/>
          </a:xfrm>
          <a:prstGeom prst="rect">
            <a:avLst/>
          </a:prstGeom>
        </p:spPr>
        <p:txBody>
          <a:bodyPr/>
          <a:lstStyle>
            <a:lvl1pPr>
              <a:spcBef>
                <a:spcPts val="2000"/>
              </a:spcBef>
              <a:defRPr>
                <a:solidFill>
                  <a:srgbClr val="F0EBE0"/>
                </a:solidFill>
              </a:defRPr>
            </a:lvl1pPr>
            <a:lvl2pPr>
              <a:spcBef>
                <a:spcPts val="2000"/>
              </a:spcBef>
              <a:defRPr>
                <a:solidFill>
                  <a:srgbClr val="F0EBE0"/>
                </a:solidFill>
              </a:defRPr>
            </a:lvl2pPr>
            <a:lvl3pPr indent="0">
              <a:spcBef>
                <a:spcPts val="2000"/>
              </a:spcBef>
              <a:defRPr>
                <a:solidFill>
                  <a:srgbClr val="F0EBE0"/>
                </a:solidFill>
              </a:defRPr>
            </a:lvl3pPr>
            <a:lvl4pPr indent="0">
              <a:spcBef>
                <a:spcPts val="2000"/>
              </a:spcBef>
              <a:defRPr>
                <a:solidFill>
                  <a:srgbClr val="F0EBE0"/>
                </a:solidFill>
              </a:defRPr>
            </a:lvl4pPr>
            <a:lvl5pPr indent="0">
              <a:spcBef>
                <a:spcPts val="2000"/>
              </a:spcBef>
              <a:defRPr>
                <a:solidFill>
                  <a:srgbClr val="F0EBE0"/>
                </a:solidFill>
              </a:defRPr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Presentation Title"/>
          <p:cNvSpPr txBox="1"/>
          <p:nvPr>
            <p:ph type="title" hasCustomPrompt="1"/>
          </p:nvPr>
        </p:nvSpPr>
        <p:spPr>
          <a:xfrm>
            <a:off x="1727200" y="7817246"/>
            <a:ext cx="20929600" cy="279995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Presentation Title</a:t>
            </a:r>
          </a:p>
        </p:txBody>
      </p:sp>
      <p:sp>
        <p:nvSpPr>
          <p:cNvPr id="26" name="Author and Date"/>
          <p:cNvSpPr txBox="1"/>
          <p:nvPr>
            <p:ph type="body" sz="quarter" idx="22" hasCustomPrompt="1"/>
          </p:nvPr>
        </p:nvSpPr>
        <p:spPr>
          <a:xfrm>
            <a:off x="1727200" y="1003300"/>
            <a:ext cx="20929600" cy="480060"/>
          </a:xfrm>
          <a:prstGeom prst="rect">
            <a:avLst/>
          </a:prstGeom>
        </p:spPr>
        <p:txBody>
          <a:bodyPr anchor="ctr"/>
          <a:lstStyle>
            <a:lvl1pPr defTabSz="685800">
              <a:lnSpc>
                <a:spcPct val="100000"/>
              </a:lnSpc>
              <a:defRPr b="1" cap="all" spc="0" sz="2000">
                <a:solidFill>
                  <a:srgbClr val="F0EBE0"/>
                </a:solidFill>
              </a:defRPr>
            </a:lvl1pPr>
          </a:lstStyle>
          <a:p>
            <a:pPr/>
            <a:r>
              <a:t>Author and Date</a:t>
            </a:r>
          </a:p>
        </p:txBody>
      </p:sp>
      <p:sp>
        <p:nvSpPr>
          <p:cNvPr id="27" name="Line"/>
          <p:cNvSpPr/>
          <p:nvPr/>
        </p:nvSpPr>
        <p:spPr>
          <a:xfrm>
            <a:off x="863600" y="12852400"/>
            <a:ext cx="22656801" cy="0"/>
          </a:xfrm>
          <a:prstGeom prst="line">
            <a:avLst/>
          </a:prstGeom>
          <a:ln w="12700">
            <a:solidFill>
              <a:srgbClr val="FFFFFF">
                <a:alpha val="30000"/>
              </a:srgbClr>
            </a:solidFill>
            <a:miter lim="400000"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defRPr cap="all" sz="3000">
                <a:solidFill>
                  <a:srgbClr val="FFFFFF"/>
                </a:solidFill>
                <a:latin typeface="Publico Text Roman"/>
                <a:ea typeface="Publico Text Roman"/>
                <a:cs typeface="Publico Text Roman"/>
                <a:sym typeface="Publico Text Roman"/>
              </a:defRPr>
            </a:pPr>
          </a:p>
        </p:txBody>
      </p:sp>
      <p:sp>
        <p:nvSpPr>
          <p:cNvPr id="28" name="Line"/>
          <p:cNvSpPr/>
          <p:nvPr/>
        </p:nvSpPr>
        <p:spPr>
          <a:xfrm>
            <a:off x="863600" y="889000"/>
            <a:ext cx="22656801" cy="0"/>
          </a:xfrm>
          <a:prstGeom prst="line">
            <a:avLst/>
          </a:prstGeom>
          <a:ln w="50800">
            <a:solidFill>
              <a:srgbClr val="FFFFFF">
                <a:alpha val="30000"/>
              </a:srgbClr>
            </a:solidFill>
            <a:miter lim="400000"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defRPr cap="all" sz="3000">
                <a:solidFill>
                  <a:srgbClr val="FFFFFF"/>
                </a:solidFill>
                <a:latin typeface="Publico Text Roman"/>
                <a:ea typeface="Publico Text Roman"/>
                <a:cs typeface="Publico Text Roman"/>
                <a:sym typeface="Publico Text Roman"/>
              </a:defRPr>
            </a:pPr>
          </a:p>
        </p:txBody>
      </p:sp>
      <p:sp>
        <p:nvSpPr>
          <p:cNvPr id="29" name="Slide Number"/>
          <p:cNvSpPr txBox="1"/>
          <p:nvPr>
            <p:ph type="sldNum" sz="quarter" idx="2"/>
          </p:nvPr>
        </p:nvSpPr>
        <p:spPr>
          <a:xfrm>
            <a:off x="12001500" y="13030199"/>
            <a:ext cx="386335" cy="4191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0EBE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uspension bridge over water at sunset"/>
          <p:cNvSpPr/>
          <p:nvPr>
            <p:ph type="pic" idx="21"/>
          </p:nvPr>
        </p:nvSpPr>
        <p:spPr>
          <a:xfrm>
            <a:off x="-3352800" y="0"/>
            <a:ext cx="16002000" cy="1371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7" name="Slide Title"/>
          <p:cNvSpPr txBox="1"/>
          <p:nvPr>
            <p:ph type="title" hasCustomPrompt="1"/>
          </p:nvPr>
        </p:nvSpPr>
        <p:spPr>
          <a:xfrm>
            <a:off x="13665200" y="4394200"/>
            <a:ext cx="9271000" cy="2540000"/>
          </a:xfrm>
          <a:prstGeom prst="rect">
            <a:avLst/>
          </a:prstGeom>
        </p:spPr>
        <p:txBody>
          <a:bodyPr anchor="t"/>
          <a:lstStyle>
            <a:lvl1pPr algn="l">
              <a:defRPr spc="-80" sz="8000"/>
            </a:lvl1pPr>
          </a:lstStyle>
          <a:p>
            <a:pPr/>
            <a:r>
              <a:t>Slide Title</a:t>
            </a:r>
          </a:p>
        </p:txBody>
      </p:sp>
      <p:sp>
        <p:nvSpPr>
          <p:cNvPr id="38" name="Body Level One…"/>
          <p:cNvSpPr txBox="1"/>
          <p:nvPr>
            <p:ph type="body" sz="quarter" idx="1" hasCustomPrompt="1"/>
          </p:nvPr>
        </p:nvSpPr>
        <p:spPr>
          <a:xfrm>
            <a:off x="13665200" y="7010400"/>
            <a:ext cx="9271000" cy="2312637"/>
          </a:xfrm>
          <a:prstGeom prst="rect">
            <a:avLst/>
          </a:prstGeom>
        </p:spPr>
        <p:txBody>
          <a:bodyPr/>
          <a:lstStyle>
            <a:lvl1pPr algn="l">
              <a:lnSpc>
                <a:spcPct val="80000"/>
              </a:lnSpc>
            </a:lvl1pPr>
            <a:lvl2pPr algn="l">
              <a:lnSpc>
                <a:spcPct val="80000"/>
              </a:lnSpc>
            </a:lvl2pPr>
            <a:lvl3pPr algn="l">
              <a:lnSpc>
                <a:spcPct val="80000"/>
              </a:lnSpc>
            </a:lvl3pPr>
            <a:lvl4pPr algn="l">
              <a:lnSpc>
                <a:spcPct val="80000"/>
              </a:lnSpc>
            </a:lvl4pPr>
            <a:lvl5pPr algn="l">
              <a:lnSpc>
                <a:spcPct val="80000"/>
              </a:lnSpc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9" name="Author and Date"/>
          <p:cNvSpPr txBox="1"/>
          <p:nvPr>
            <p:ph type="body" sz="quarter" idx="22" hasCustomPrompt="1"/>
          </p:nvPr>
        </p:nvSpPr>
        <p:spPr>
          <a:xfrm>
            <a:off x="13665200" y="3746500"/>
            <a:ext cx="9271000" cy="482600"/>
          </a:xfrm>
          <a:prstGeom prst="rect">
            <a:avLst/>
          </a:prstGeom>
        </p:spPr>
        <p:txBody>
          <a:bodyPr anchor="ctr"/>
          <a:lstStyle>
            <a:lvl1pPr algn="l" defTabSz="685800">
              <a:lnSpc>
                <a:spcPct val="100000"/>
              </a:lnSpc>
              <a:defRPr b="1" cap="all" spc="0" sz="2000">
                <a:solidFill>
                  <a:srgbClr val="227AAF"/>
                </a:solidFill>
              </a:defRPr>
            </a:lvl1pPr>
          </a:lstStyle>
          <a:p>
            <a:pPr/>
            <a:r>
              <a:t>Author and Date</a:t>
            </a:r>
          </a:p>
        </p:txBody>
      </p:sp>
      <p:sp>
        <p:nvSpPr>
          <p:cNvPr id="40" name="Line"/>
          <p:cNvSpPr/>
          <p:nvPr/>
        </p:nvSpPr>
        <p:spPr>
          <a:xfrm>
            <a:off x="13665200" y="3721100"/>
            <a:ext cx="9283700" cy="0"/>
          </a:xfrm>
          <a:prstGeom prst="line">
            <a:avLst/>
          </a:prstGeom>
          <a:ln w="50800">
            <a:solidFill>
              <a:srgbClr val="227AAF"/>
            </a:solidFill>
            <a:miter lim="400000"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defRPr cap="all" sz="3000">
                <a:solidFill>
                  <a:srgbClr val="FFFFFF"/>
                </a:solidFill>
                <a:latin typeface="Publico Text Roman"/>
                <a:ea typeface="Publico Text Roman"/>
                <a:cs typeface="Publico Text Roman"/>
                <a:sym typeface="Publico Text Roman"/>
              </a:defRPr>
            </a:pPr>
          </a:p>
        </p:txBody>
      </p:sp>
      <p:sp>
        <p:nvSpPr>
          <p:cNvPr id="41" name="Line"/>
          <p:cNvSpPr/>
          <p:nvPr/>
        </p:nvSpPr>
        <p:spPr>
          <a:xfrm>
            <a:off x="13665200" y="9525000"/>
            <a:ext cx="9283700" cy="0"/>
          </a:xfrm>
          <a:prstGeom prst="line">
            <a:avLst/>
          </a:prstGeom>
          <a:ln w="12700">
            <a:solidFill>
              <a:srgbClr val="227AAF"/>
            </a:solidFill>
            <a:miter lim="400000"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defRPr cap="all" sz="3000">
                <a:solidFill>
                  <a:srgbClr val="FFFFFF"/>
                </a:solidFill>
                <a:latin typeface="Publico Text Roman"/>
                <a:ea typeface="Publico Text Roman"/>
                <a:cs typeface="Publico Text Roman"/>
                <a:sym typeface="Publico Text Roman"/>
              </a:defRPr>
            </a:pPr>
          </a:p>
        </p:txBody>
      </p:sp>
      <p:sp>
        <p:nvSpPr>
          <p:cNvPr id="42" name="Slide Number"/>
          <p:cNvSpPr txBox="1"/>
          <p:nvPr>
            <p:ph type="sldNum" sz="quarter" idx="2"/>
          </p:nvPr>
        </p:nvSpPr>
        <p:spPr>
          <a:xfrm>
            <a:off x="12001500" y="13030199"/>
            <a:ext cx="386335" cy="4191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lide Title"/>
          <p:cNvSpPr txBox="1"/>
          <p:nvPr>
            <p:ph type="title" hasCustomPrompt="1"/>
          </p:nvPr>
        </p:nvSpPr>
        <p:spPr>
          <a:xfrm>
            <a:off x="1727200" y="1739900"/>
            <a:ext cx="20929600" cy="3225356"/>
          </a:xfrm>
          <a:prstGeom prst="rect">
            <a:avLst/>
          </a:prstGeom>
        </p:spPr>
        <p:txBody>
          <a:bodyPr anchor="t"/>
          <a:lstStyle/>
          <a:p>
            <a:pPr/>
            <a:r>
              <a:t>Slide Title</a:t>
            </a:r>
          </a:p>
        </p:txBody>
      </p:sp>
      <p:sp>
        <p:nvSpPr>
          <p:cNvPr id="50" name="Author and Date"/>
          <p:cNvSpPr txBox="1"/>
          <p:nvPr>
            <p:ph type="body" sz="quarter" idx="21" hasCustomPrompt="1"/>
          </p:nvPr>
        </p:nvSpPr>
        <p:spPr>
          <a:xfrm>
            <a:off x="1727200" y="1003300"/>
            <a:ext cx="20929600" cy="482600"/>
          </a:xfrm>
          <a:prstGeom prst="rect">
            <a:avLst/>
          </a:prstGeom>
        </p:spPr>
        <p:txBody>
          <a:bodyPr anchor="ctr"/>
          <a:lstStyle>
            <a:lvl1pPr defTabSz="685800">
              <a:lnSpc>
                <a:spcPct val="100000"/>
              </a:lnSpc>
              <a:defRPr b="1" cap="all" spc="0" sz="2000">
                <a:solidFill>
                  <a:srgbClr val="227AAF"/>
                </a:solidFill>
              </a:defRPr>
            </a:lvl1pPr>
          </a:lstStyle>
          <a:p>
            <a:pPr/>
            <a:r>
              <a:t>Author and Date</a:t>
            </a:r>
          </a:p>
        </p:txBody>
      </p:sp>
      <p:sp>
        <p:nvSpPr>
          <p:cNvPr id="51" name="Body Level One…"/>
          <p:cNvSpPr txBox="1"/>
          <p:nvPr>
            <p:ph type="body" sz="half" idx="1" hasCustomPrompt="1"/>
          </p:nvPr>
        </p:nvSpPr>
        <p:spPr>
          <a:xfrm>
            <a:off x="1727200" y="4965700"/>
            <a:ext cx="20929600" cy="6165850"/>
          </a:xfrm>
          <a:prstGeom prst="rect">
            <a:avLst/>
          </a:prstGeom>
        </p:spPr>
        <p:txBody>
          <a:bodyPr numCol="2" spcCol="1046480"/>
          <a:lstStyle>
            <a:lvl1pPr marL="482600" indent="-482600" algn="l" defTabSz="12700">
              <a:lnSpc>
                <a:spcPct val="80000"/>
              </a:lnSpc>
              <a:spcBef>
                <a:spcPts val="2400"/>
              </a:spcBef>
              <a:buSzPct val="10000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pc="0" sz="3600">
                <a:solidFill>
                  <a:srgbClr val="4A4A4A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  <a:lvl2pPr marL="965200" indent="-482600" algn="l" defTabSz="12700">
              <a:lnSpc>
                <a:spcPct val="80000"/>
              </a:lnSpc>
              <a:spcBef>
                <a:spcPts val="2400"/>
              </a:spcBef>
              <a:buSzPct val="10000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pc="0" sz="3600">
                <a:solidFill>
                  <a:srgbClr val="4A4A4A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2pPr>
            <a:lvl3pPr marL="1447800" indent="-482600" algn="l" defTabSz="12700">
              <a:lnSpc>
                <a:spcPct val="80000"/>
              </a:lnSpc>
              <a:spcBef>
                <a:spcPts val="2400"/>
              </a:spcBef>
              <a:buSzPct val="10000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pc="0" sz="3600">
                <a:solidFill>
                  <a:srgbClr val="4A4A4A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3pPr>
            <a:lvl4pPr marL="1930400" indent="-482600" algn="l" defTabSz="12700">
              <a:lnSpc>
                <a:spcPct val="80000"/>
              </a:lnSpc>
              <a:spcBef>
                <a:spcPts val="2400"/>
              </a:spcBef>
              <a:buSzPct val="10000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pc="0" sz="3600">
                <a:solidFill>
                  <a:srgbClr val="4A4A4A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4pPr>
            <a:lvl5pPr marL="2413000" indent="-482600" algn="l" defTabSz="12700">
              <a:lnSpc>
                <a:spcPct val="80000"/>
              </a:lnSpc>
              <a:spcBef>
                <a:spcPts val="2400"/>
              </a:spcBef>
              <a:buSzPct val="10000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pc="0" sz="3600">
                <a:solidFill>
                  <a:srgbClr val="4A4A4A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5pPr>
          </a:lstStyle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2" name="Slide Number"/>
          <p:cNvSpPr txBox="1"/>
          <p:nvPr>
            <p:ph type="sldNum" sz="quarter" idx="2"/>
          </p:nvPr>
        </p:nvSpPr>
        <p:spPr>
          <a:xfrm>
            <a:off x="12001500" y="13030199"/>
            <a:ext cx="386335" cy="4191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Body Level One…"/>
          <p:cNvSpPr txBox="1"/>
          <p:nvPr>
            <p:ph type="body" sz="half" idx="1" hasCustomPrompt="1"/>
          </p:nvPr>
        </p:nvSpPr>
        <p:spPr>
          <a:xfrm>
            <a:off x="1727200" y="4965700"/>
            <a:ext cx="20929600" cy="6165850"/>
          </a:xfrm>
          <a:prstGeom prst="rect">
            <a:avLst/>
          </a:prstGeom>
        </p:spPr>
        <p:txBody>
          <a:bodyPr numCol="2" spcCol="1046480"/>
          <a:lstStyle>
            <a:lvl1pPr marL="482600" indent="-482600" algn="l" defTabSz="12700">
              <a:lnSpc>
                <a:spcPct val="80000"/>
              </a:lnSpc>
              <a:spcBef>
                <a:spcPts val="2400"/>
              </a:spcBef>
              <a:buSzPct val="10000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pc="0" sz="3600">
                <a:solidFill>
                  <a:srgbClr val="4A4A4A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  <a:lvl2pPr marL="965200" indent="-482600" algn="l" defTabSz="12700">
              <a:lnSpc>
                <a:spcPct val="80000"/>
              </a:lnSpc>
              <a:spcBef>
                <a:spcPts val="2400"/>
              </a:spcBef>
              <a:buSzPct val="10000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pc="0" sz="3600">
                <a:solidFill>
                  <a:srgbClr val="4A4A4A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2pPr>
            <a:lvl3pPr marL="1447800" indent="-482600" algn="l" defTabSz="12700">
              <a:lnSpc>
                <a:spcPct val="80000"/>
              </a:lnSpc>
              <a:spcBef>
                <a:spcPts val="2400"/>
              </a:spcBef>
              <a:buSzPct val="10000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pc="0" sz="3600">
                <a:solidFill>
                  <a:srgbClr val="4A4A4A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3pPr>
            <a:lvl4pPr marL="1930400" indent="-482600" algn="l" defTabSz="12700">
              <a:lnSpc>
                <a:spcPct val="80000"/>
              </a:lnSpc>
              <a:spcBef>
                <a:spcPts val="2400"/>
              </a:spcBef>
              <a:buSzPct val="10000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pc="0" sz="3600">
                <a:solidFill>
                  <a:srgbClr val="4A4A4A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4pPr>
            <a:lvl5pPr marL="2413000" indent="-482600" algn="l" defTabSz="12700">
              <a:lnSpc>
                <a:spcPct val="80000"/>
              </a:lnSpc>
              <a:spcBef>
                <a:spcPts val="2400"/>
              </a:spcBef>
              <a:buSzPct val="10000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pc="0" sz="3600">
                <a:solidFill>
                  <a:srgbClr val="4A4A4A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5pPr>
          </a:lstStyle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0" name="Slide Number"/>
          <p:cNvSpPr txBox="1"/>
          <p:nvPr>
            <p:ph type="sldNum" sz="quarter" idx="2"/>
          </p:nvPr>
        </p:nvSpPr>
        <p:spPr>
          <a:xfrm>
            <a:off x="12001500" y="13030199"/>
            <a:ext cx="386335" cy="4191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Body Level One…"/>
          <p:cNvSpPr txBox="1"/>
          <p:nvPr>
            <p:ph type="body" sz="quarter" idx="1" hasCustomPrompt="1"/>
          </p:nvPr>
        </p:nvSpPr>
        <p:spPr>
          <a:xfrm>
            <a:off x="13665200" y="7635875"/>
            <a:ext cx="9271000" cy="4568825"/>
          </a:xfrm>
          <a:prstGeom prst="rect">
            <a:avLst/>
          </a:prstGeom>
        </p:spPr>
        <p:txBody>
          <a:bodyPr/>
          <a:lstStyle>
            <a:lvl1pPr marL="482600" indent="-482600" algn="l" defTabSz="12700">
              <a:lnSpc>
                <a:spcPct val="80000"/>
              </a:lnSpc>
              <a:spcBef>
                <a:spcPts val="2400"/>
              </a:spcBef>
              <a:buSzPct val="10000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pc="0" sz="3600">
                <a:solidFill>
                  <a:srgbClr val="4A4A4A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  <a:lvl2pPr marL="965200" indent="-482600" algn="l" defTabSz="12700">
              <a:lnSpc>
                <a:spcPct val="80000"/>
              </a:lnSpc>
              <a:spcBef>
                <a:spcPts val="2400"/>
              </a:spcBef>
              <a:buSzPct val="10000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pc="0" sz="3600">
                <a:solidFill>
                  <a:srgbClr val="4A4A4A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2pPr>
            <a:lvl3pPr marL="1447800" indent="-482600" algn="l" defTabSz="12700">
              <a:lnSpc>
                <a:spcPct val="80000"/>
              </a:lnSpc>
              <a:spcBef>
                <a:spcPts val="2400"/>
              </a:spcBef>
              <a:buSzPct val="10000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pc="0" sz="3600">
                <a:solidFill>
                  <a:srgbClr val="4A4A4A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3pPr>
            <a:lvl4pPr marL="1930400" indent="-482600" algn="l" defTabSz="12700">
              <a:lnSpc>
                <a:spcPct val="80000"/>
              </a:lnSpc>
              <a:spcBef>
                <a:spcPts val="2400"/>
              </a:spcBef>
              <a:buSzPct val="10000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pc="0" sz="3600">
                <a:solidFill>
                  <a:srgbClr val="4A4A4A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4pPr>
            <a:lvl5pPr marL="2413000" indent="-482600" algn="l" defTabSz="12700">
              <a:lnSpc>
                <a:spcPct val="80000"/>
              </a:lnSpc>
              <a:spcBef>
                <a:spcPts val="2400"/>
              </a:spcBef>
              <a:buSzPct val="10000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pc="0" sz="3600">
                <a:solidFill>
                  <a:srgbClr val="4A4A4A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5pPr>
          </a:lstStyle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8" name="Suspension bridge over water at sunset"/>
          <p:cNvSpPr/>
          <p:nvPr>
            <p:ph type="pic" idx="21"/>
          </p:nvPr>
        </p:nvSpPr>
        <p:spPr>
          <a:xfrm>
            <a:off x="-3352800" y="0"/>
            <a:ext cx="16002000" cy="1371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9" name="Slide Title"/>
          <p:cNvSpPr txBox="1"/>
          <p:nvPr>
            <p:ph type="title" hasCustomPrompt="1"/>
          </p:nvPr>
        </p:nvSpPr>
        <p:spPr>
          <a:xfrm>
            <a:off x="13665200" y="4394200"/>
            <a:ext cx="9271000" cy="2540000"/>
          </a:xfrm>
          <a:prstGeom prst="rect">
            <a:avLst/>
          </a:prstGeom>
        </p:spPr>
        <p:txBody>
          <a:bodyPr anchor="t"/>
          <a:lstStyle>
            <a:lvl1pPr algn="l">
              <a:defRPr spc="-80" sz="8000"/>
            </a:lvl1pPr>
          </a:lstStyle>
          <a:p>
            <a:pPr/>
            <a:r>
              <a:t>Slide Title</a:t>
            </a:r>
          </a:p>
        </p:txBody>
      </p:sp>
      <p:sp>
        <p:nvSpPr>
          <p:cNvPr id="70" name="Author and Date"/>
          <p:cNvSpPr txBox="1"/>
          <p:nvPr>
            <p:ph type="body" sz="quarter" idx="22" hasCustomPrompt="1"/>
          </p:nvPr>
        </p:nvSpPr>
        <p:spPr>
          <a:xfrm>
            <a:off x="13665200" y="3740611"/>
            <a:ext cx="9271000" cy="482601"/>
          </a:xfrm>
          <a:prstGeom prst="rect">
            <a:avLst/>
          </a:prstGeom>
        </p:spPr>
        <p:txBody>
          <a:bodyPr anchor="ctr"/>
          <a:lstStyle>
            <a:lvl1pPr algn="l" defTabSz="685800">
              <a:lnSpc>
                <a:spcPct val="100000"/>
              </a:lnSpc>
              <a:defRPr b="1" cap="all" spc="0" sz="2000">
                <a:solidFill>
                  <a:srgbClr val="227AAF"/>
                </a:solidFill>
              </a:defRPr>
            </a:lvl1pPr>
          </a:lstStyle>
          <a:p>
            <a:pPr/>
            <a:r>
              <a:t>Author and Date</a:t>
            </a:r>
          </a:p>
        </p:txBody>
      </p:sp>
      <p:sp>
        <p:nvSpPr>
          <p:cNvPr id="71" name="Line"/>
          <p:cNvSpPr/>
          <p:nvPr/>
        </p:nvSpPr>
        <p:spPr>
          <a:xfrm>
            <a:off x="13665200" y="3721100"/>
            <a:ext cx="9283700" cy="0"/>
          </a:xfrm>
          <a:prstGeom prst="line">
            <a:avLst/>
          </a:prstGeom>
          <a:ln w="50800">
            <a:solidFill>
              <a:srgbClr val="227AAF"/>
            </a:solidFill>
            <a:miter lim="400000"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defRPr cap="all" sz="3000">
                <a:solidFill>
                  <a:srgbClr val="FFFFFF"/>
                </a:solidFill>
                <a:latin typeface="Publico Text Roman"/>
                <a:ea typeface="Publico Text Roman"/>
                <a:cs typeface="Publico Text Roman"/>
                <a:sym typeface="Publico Text Roman"/>
              </a:defRPr>
            </a:pPr>
          </a:p>
        </p:txBody>
      </p:sp>
      <p:sp>
        <p:nvSpPr>
          <p:cNvPr id="72" name="Line"/>
          <p:cNvSpPr/>
          <p:nvPr/>
        </p:nvSpPr>
        <p:spPr>
          <a:xfrm>
            <a:off x="13665200" y="7010400"/>
            <a:ext cx="9283700" cy="0"/>
          </a:xfrm>
          <a:prstGeom prst="line">
            <a:avLst/>
          </a:prstGeom>
          <a:ln w="12700">
            <a:solidFill>
              <a:srgbClr val="227AAF"/>
            </a:solidFill>
            <a:miter lim="400000"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defRPr cap="all" sz="3000">
                <a:solidFill>
                  <a:srgbClr val="FFFFFF"/>
                </a:solidFill>
                <a:latin typeface="Publico Text Roman"/>
                <a:ea typeface="Publico Text Roman"/>
                <a:cs typeface="Publico Text Roman"/>
                <a:sym typeface="Publico Text Roman"/>
              </a:defRPr>
            </a:pPr>
          </a:p>
        </p:txBody>
      </p:sp>
      <p:sp>
        <p:nvSpPr>
          <p:cNvPr id="73" name="Slide Number"/>
          <p:cNvSpPr txBox="1"/>
          <p:nvPr>
            <p:ph type="sldNum" sz="quarter" idx="2"/>
          </p:nvPr>
        </p:nvSpPr>
        <p:spPr>
          <a:xfrm>
            <a:off x="12001500" y="13030199"/>
            <a:ext cx="386335" cy="4191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Body Level One…"/>
          <p:cNvSpPr txBox="1"/>
          <p:nvPr>
            <p:ph type="body" sz="quarter" idx="1" hasCustomPrompt="1"/>
          </p:nvPr>
        </p:nvSpPr>
        <p:spPr>
          <a:xfrm>
            <a:off x="13665200" y="7635875"/>
            <a:ext cx="9271000" cy="4568825"/>
          </a:xfrm>
          <a:prstGeom prst="rect">
            <a:avLst/>
          </a:prstGeom>
        </p:spPr>
        <p:txBody>
          <a:bodyPr/>
          <a:lstStyle>
            <a:lvl1pPr marL="482600" indent="-482600" algn="l" defTabSz="12700">
              <a:lnSpc>
                <a:spcPct val="80000"/>
              </a:lnSpc>
              <a:spcBef>
                <a:spcPts val="2400"/>
              </a:spcBef>
              <a:buSzPct val="10000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pc="0" sz="3600">
                <a:solidFill>
                  <a:srgbClr val="4A4A4A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  <a:lvl2pPr marL="965200" indent="-482600" algn="l" defTabSz="12700">
              <a:lnSpc>
                <a:spcPct val="80000"/>
              </a:lnSpc>
              <a:spcBef>
                <a:spcPts val="2400"/>
              </a:spcBef>
              <a:buSzPct val="10000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pc="0" sz="3600">
                <a:solidFill>
                  <a:srgbClr val="4A4A4A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2pPr>
            <a:lvl3pPr marL="1447800" indent="-482600" algn="l" defTabSz="12700">
              <a:lnSpc>
                <a:spcPct val="80000"/>
              </a:lnSpc>
              <a:spcBef>
                <a:spcPts val="2400"/>
              </a:spcBef>
              <a:buSzPct val="10000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pc="0" sz="3600">
                <a:solidFill>
                  <a:srgbClr val="4A4A4A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3pPr>
            <a:lvl4pPr marL="1930400" indent="-482600" algn="l" defTabSz="12700">
              <a:lnSpc>
                <a:spcPct val="80000"/>
              </a:lnSpc>
              <a:spcBef>
                <a:spcPts val="2400"/>
              </a:spcBef>
              <a:buSzPct val="10000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pc="0" sz="3600">
                <a:solidFill>
                  <a:srgbClr val="4A4A4A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4pPr>
            <a:lvl5pPr marL="2413000" indent="-482600" algn="l" defTabSz="12700">
              <a:lnSpc>
                <a:spcPct val="80000"/>
              </a:lnSpc>
              <a:spcBef>
                <a:spcPts val="2400"/>
              </a:spcBef>
              <a:buSzPct val="10000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pc="0" sz="3600">
                <a:solidFill>
                  <a:srgbClr val="4A4A4A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5pPr>
          </a:lstStyle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1" name="Slide Title"/>
          <p:cNvSpPr txBox="1"/>
          <p:nvPr>
            <p:ph type="title" hasCustomPrompt="1"/>
          </p:nvPr>
        </p:nvSpPr>
        <p:spPr>
          <a:xfrm>
            <a:off x="13665200" y="4394200"/>
            <a:ext cx="9271000" cy="2540000"/>
          </a:xfrm>
          <a:prstGeom prst="rect">
            <a:avLst/>
          </a:prstGeom>
        </p:spPr>
        <p:txBody>
          <a:bodyPr anchor="t"/>
          <a:lstStyle>
            <a:lvl1pPr algn="l">
              <a:defRPr spc="-80" sz="8000"/>
            </a:lvl1pPr>
          </a:lstStyle>
          <a:p>
            <a:pPr/>
            <a:r>
              <a:t>Slide Title</a:t>
            </a:r>
          </a:p>
        </p:txBody>
      </p:sp>
      <p:sp>
        <p:nvSpPr>
          <p:cNvPr id="82" name="Author and Date"/>
          <p:cNvSpPr txBox="1"/>
          <p:nvPr>
            <p:ph type="body" sz="quarter" idx="21" hasCustomPrompt="1"/>
          </p:nvPr>
        </p:nvSpPr>
        <p:spPr>
          <a:xfrm>
            <a:off x="13665200" y="3740611"/>
            <a:ext cx="9271000" cy="482601"/>
          </a:xfrm>
          <a:prstGeom prst="rect">
            <a:avLst/>
          </a:prstGeom>
        </p:spPr>
        <p:txBody>
          <a:bodyPr anchor="ctr"/>
          <a:lstStyle>
            <a:lvl1pPr algn="l" defTabSz="685800">
              <a:lnSpc>
                <a:spcPct val="100000"/>
              </a:lnSpc>
              <a:defRPr b="1" cap="all" spc="0" sz="2000">
                <a:solidFill>
                  <a:srgbClr val="227AAF"/>
                </a:solidFill>
              </a:defRPr>
            </a:lvl1pPr>
          </a:lstStyle>
          <a:p>
            <a:pPr/>
            <a:r>
              <a:t>Author and Date</a:t>
            </a:r>
          </a:p>
        </p:txBody>
      </p:sp>
      <p:sp>
        <p:nvSpPr>
          <p:cNvPr id="83" name="Line"/>
          <p:cNvSpPr/>
          <p:nvPr/>
        </p:nvSpPr>
        <p:spPr>
          <a:xfrm>
            <a:off x="13665200" y="3721100"/>
            <a:ext cx="9283700" cy="0"/>
          </a:xfrm>
          <a:prstGeom prst="line">
            <a:avLst/>
          </a:prstGeom>
          <a:ln w="50800">
            <a:solidFill>
              <a:srgbClr val="227AAF"/>
            </a:solidFill>
            <a:miter lim="400000"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defRPr cap="all" sz="3000">
                <a:solidFill>
                  <a:srgbClr val="FFFFFF"/>
                </a:solidFill>
                <a:latin typeface="Publico Text Roman"/>
                <a:ea typeface="Publico Text Roman"/>
                <a:cs typeface="Publico Text Roman"/>
                <a:sym typeface="Publico Text Roman"/>
              </a:defRPr>
            </a:pPr>
          </a:p>
        </p:txBody>
      </p:sp>
      <p:sp>
        <p:nvSpPr>
          <p:cNvPr id="84" name="Line"/>
          <p:cNvSpPr/>
          <p:nvPr/>
        </p:nvSpPr>
        <p:spPr>
          <a:xfrm>
            <a:off x="13665200" y="7010400"/>
            <a:ext cx="9283700" cy="0"/>
          </a:xfrm>
          <a:prstGeom prst="line">
            <a:avLst/>
          </a:prstGeom>
          <a:ln w="12700">
            <a:solidFill>
              <a:srgbClr val="227AAF"/>
            </a:solidFill>
            <a:miter lim="400000"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defRPr cap="all" sz="3000">
                <a:solidFill>
                  <a:srgbClr val="FFFFFF"/>
                </a:solidFill>
                <a:latin typeface="Publico Text Roman"/>
                <a:ea typeface="Publico Text Roman"/>
                <a:cs typeface="Publico Text Roman"/>
                <a:sym typeface="Publico Text Roman"/>
              </a:defRPr>
            </a:pP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xfrm>
            <a:off x="12001500" y="13030199"/>
            <a:ext cx="386335" cy="4191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Body Level One…"/>
          <p:cNvSpPr txBox="1"/>
          <p:nvPr>
            <p:ph type="body" sz="quarter" idx="1" hasCustomPrompt="1"/>
          </p:nvPr>
        </p:nvSpPr>
        <p:spPr>
          <a:xfrm>
            <a:off x="13665200" y="7635875"/>
            <a:ext cx="9271000" cy="4568825"/>
          </a:xfrm>
          <a:prstGeom prst="rect">
            <a:avLst/>
          </a:prstGeom>
        </p:spPr>
        <p:txBody>
          <a:bodyPr/>
          <a:lstStyle>
            <a:lvl1pPr marL="482600" indent="-482600" algn="l" defTabSz="12700">
              <a:lnSpc>
                <a:spcPct val="80000"/>
              </a:lnSpc>
              <a:spcBef>
                <a:spcPts val="2400"/>
              </a:spcBef>
              <a:buSzPct val="10000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pc="0" sz="3600">
                <a:solidFill>
                  <a:srgbClr val="4A4A4A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  <a:lvl2pPr marL="965200" indent="-482600" algn="l" defTabSz="12700">
              <a:lnSpc>
                <a:spcPct val="80000"/>
              </a:lnSpc>
              <a:spcBef>
                <a:spcPts val="2400"/>
              </a:spcBef>
              <a:buSzPct val="10000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pc="0" sz="3600">
                <a:solidFill>
                  <a:srgbClr val="4A4A4A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2pPr>
            <a:lvl3pPr marL="1447800" indent="-482600" algn="l" defTabSz="12700">
              <a:lnSpc>
                <a:spcPct val="80000"/>
              </a:lnSpc>
              <a:spcBef>
                <a:spcPts val="2400"/>
              </a:spcBef>
              <a:buSzPct val="10000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pc="0" sz="3600">
                <a:solidFill>
                  <a:srgbClr val="4A4A4A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3pPr>
            <a:lvl4pPr marL="1930400" indent="-482600" algn="l" defTabSz="12700">
              <a:lnSpc>
                <a:spcPct val="80000"/>
              </a:lnSpc>
              <a:spcBef>
                <a:spcPts val="2400"/>
              </a:spcBef>
              <a:buSzPct val="10000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pc="0" sz="3600">
                <a:solidFill>
                  <a:srgbClr val="4A4A4A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4pPr>
            <a:lvl5pPr marL="2413000" indent="-482600" algn="l" defTabSz="12700">
              <a:lnSpc>
                <a:spcPct val="80000"/>
              </a:lnSpc>
              <a:spcBef>
                <a:spcPts val="2400"/>
              </a:spcBef>
              <a:buSzPct val="10000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pc="0" sz="3600">
                <a:solidFill>
                  <a:srgbClr val="4A4A4A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5pPr>
          </a:lstStyle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3" name="Slide Title"/>
          <p:cNvSpPr txBox="1"/>
          <p:nvPr>
            <p:ph type="title" hasCustomPrompt="1"/>
          </p:nvPr>
        </p:nvSpPr>
        <p:spPr>
          <a:xfrm>
            <a:off x="13665200" y="4394200"/>
            <a:ext cx="9271000" cy="2540000"/>
          </a:xfrm>
          <a:prstGeom prst="rect">
            <a:avLst/>
          </a:prstGeom>
        </p:spPr>
        <p:txBody>
          <a:bodyPr anchor="t"/>
          <a:lstStyle>
            <a:lvl1pPr algn="l">
              <a:defRPr spc="-80" sz="8000"/>
            </a:lvl1pPr>
          </a:lstStyle>
          <a:p>
            <a:pPr/>
            <a:r>
              <a:t>Slide Title</a:t>
            </a:r>
          </a:p>
        </p:txBody>
      </p:sp>
      <p:sp>
        <p:nvSpPr>
          <p:cNvPr id="94" name="Author and Date"/>
          <p:cNvSpPr txBox="1"/>
          <p:nvPr>
            <p:ph type="body" sz="quarter" idx="21" hasCustomPrompt="1"/>
          </p:nvPr>
        </p:nvSpPr>
        <p:spPr>
          <a:xfrm>
            <a:off x="13665200" y="3740611"/>
            <a:ext cx="9271000" cy="482601"/>
          </a:xfrm>
          <a:prstGeom prst="rect">
            <a:avLst/>
          </a:prstGeom>
        </p:spPr>
        <p:txBody>
          <a:bodyPr anchor="ctr"/>
          <a:lstStyle>
            <a:lvl1pPr algn="l" defTabSz="685800">
              <a:lnSpc>
                <a:spcPct val="100000"/>
              </a:lnSpc>
              <a:defRPr b="1" cap="all" spc="0" sz="2000">
                <a:solidFill>
                  <a:srgbClr val="227AAF"/>
                </a:solidFill>
              </a:defRPr>
            </a:lvl1pPr>
          </a:lstStyle>
          <a:p>
            <a:pPr/>
            <a:r>
              <a:t>Author and Date</a:t>
            </a:r>
          </a:p>
        </p:txBody>
      </p:sp>
      <p:sp>
        <p:nvSpPr>
          <p:cNvPr id="95" name="Line"/>
          <p:cNvSpPr/>
          <p:nvPr/>
        </p:nvSpPr>
        <p:spPr>
          <a:xfrm>
            <a:off x="13665200" y="3721100"/>
            <a:ext cx="9283700" cy="0"/>
          </a:xfrm>
          <a:prstGeom prst="line">
            <a:avLst/>
          </a:prstGeom>
          <a:ln w="50800">
            <a:solidFill>
              <a:srgbClr val="227AAF"/>
            </a:solidFill>
            <a:miter lim="400000"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defRPr cap="all" sz="3000">
                <a:solidFill>
                  <a:srgbClr val="FFFFFF"/>
                </a:solidFill>
                <a:latin typeface="Publico Text Roman"/>
                <a:ea typeface="Publico Text Roman"/>
                <a:cs typeface="Publico Text Roman"/>
                <a:sym typeface="Publico Text Roman"/>
              </a:defRPr>
            </a:pPr>
          </a:p>
        </p:txBody>
      </p:sp>
      <p:sp>
        <p:nvSpPr>
          <p:cNvPr id="96" name="Line"/>
          <p:cNvSpPr/>
          <p:nvPr/>
        </p:nvSpPr>
        <p:spPr>
          <a:xfrm>
            <a:off x="13665200" y="7010400"/>
            <a:ext cx="9283700" cy="0"/>
          </a:xfrm>
          <a:prstGeom prst="line">
            <a:avLst/>
          </a:prstGeom>
          <a:ln w="12700">
            <a:solidFill>
              <a:srgbClr val="227AAF"/>
            </a:solidFill>
            <a:miter lim="400000"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defRPr cap="all" sz="3000">
                <a:solidFill>
                  <a:srgbClr val="FFFFFF"/>
                </a:solidFill>
                <a:latin typeface="Publico Text Roman"/>
                <a:ea typeface="Publico Text Roman"/>
                <a:cs typeface="Publico Text Roman"/>
                <a:sym typeface="Publico Text Roman"/>
              </a:defRPr>
            </a:pPr>
          </a:p>
        </p:txBody>
      </p:sp>
      <p:sp>
        <p:nvSpPr>
          <p:cNvPr id="97" name="Slide Number"/>
          <p:cNvSpPr txBox="1"/>
          <p:nvPr>
            <p:ph type="sldNum" sz="quarter" idx="2"/>
          </p:nvPr>
        </p:nvSpPr>
        <p:spPr>
          <a:xfrm>
            <a:off x="12001500" y="13030199"/>
            <a:ext cx="386335" cy="4191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Section">
    <p:bg>
      <p:bgPr>
        <a:solidFill>
          <a:srgbClr val="227AA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Section Title"/>
          <p:cNvSpPr txBox="1"/>
          <p:nvPr>
            <p:ph type="title" hasCustomPrompt="1"/>
          </p:nvPr>
        </p:nvSpPr>
        <p:spPr>
          <a:xfrm>
            <a:off x="1727200" y="5410200"/>
            <a:ext cx="20929600" cy="2540000"/>
          </a:xfrm>
          <a:prstGeom prst="rect">
            <a:avLst/>
          </a:prstGeom>
        </p:spPr>
        <p:txBody>
          <a:bodyPr anchor="ctr"/>
          <a:lstStyle>
            <a:lvl1pPr algn="l"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105" name="Line"/>
          <p:cNvSpPr/>
          <p:nvPr/>
        </p:nvSpPr>
        <p:spPr>
          <a:xfrm>
            <a:off x="863600" y="12852400"/>
            <a:ext cx="22656801" cy="0"/>
          </a:xfrm>
          <a:prstGeom prst="line">
            <a:avLst/>
          </a:prstGeom>
          <a:ln w="12700">
            <a:solidFill>
              <a:srgbClr val="EFEBDF"/>
            </a:solidFill>
            <a:miter lim="400000"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defRPr cap="all" sz="3000">
                <a:solidFill>
                  <a:srgbClr val="FFFFFF"/>
                </a:solidFill>
                <a:latin typeface="Publico Text Roman"/>
                <a:ea typeface="Publico Text Roman"/>
                <a:cs typeface="Publico Text Roman"/>
                <a:sym typeface="Publico Text Roman"/>
              </a:defRPr>
            </a:pPr>
          </a:p>
        </p:txBody>
      </p:sp>
      <p:sp>
        <p:nvSpPr>
          <p:cNvPr id="106" name="Line"/>
          <p:cNvSpPr/>
          <p:nvPr/>
        </p:nvSpPr>
        <p:spPr>
          <a:xfrm>
            <a:off x="863600" y="889000"/>
            <a:ext cx="22656801" cy="0"/>
          </a:xfrm>
          <a:prstGeom prst="line">
            <a:avLst/>
          </a:prstGeom>
          <a:ln w="50800">
            <a:solidFill>
              <a:srgbClr val="EFEBDF"/>
            </a:solidFill>
            <a:miter lim="400000"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defRPr cap="all" sz="3000">
                <a:solidFill>
                  <a:srgbClr val="FFFFFF"/>
                </a:solidFill>
                <a:latin typeface="Publico Text Roman"/>
                <a:ea typeface="Publico Text Roman"/>
                <a:cs typeface="Publico Text Roman"/>
                <a:sym typeface="Publico Text Roman"/>
              </a:defRPr>
            </a:pPr>
          </a:p>
        </p:txBody>
      </p:sp>
      <p:sp>
        <p:nvSpPr>
          <p:cNvPr id="107" name="Slide Number"/>
          <p:cNvSpPr txBox="1"/>
          <p:nvPr>
            <p:ph type="sldNum" sz="quarter" idx="2"/>
          </p:nvPr>
        </p:nvSpPr>
        <p:spPr>
          <a:xfrm>
            <a:off x="12001500" y="13030199"/>
            <a:ext cx="386335" cy="4191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0EBE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Slide Title"/>
          <p:cNvSpPr txBox="1"/>
          <p:nvPr>
            <p:ph type="title" hasCustomPrompt="1"/>
          </p:nvPr>
        </p:nvSpPr>
        <p:spPr>
          <a:xfrm>
            <a:off x="1727200" y="1739900"/>
            <a:ext cx="20929600" cy="3229571"/>
          </a:xfrm>
          <a:prstGeom prst="rect">
            <a:avLst/>
          </a:prstGeom>
        </p:spPr>
        <p:txBody>
          <a:bodyPr anchor="t"/>
          <a:lstStyle/>
          <a:p>
            <a:pPr/>
            <a:r>
              <a:t>Slide Title</a:t>
            </a:r>
          </a:p>
        </p:txBody>
      </p:sp>
      <p:sp>
        <p:nvSpPr>
          <p:cNvPr id="115" name="Author and Date"/>
          <p:cNvSpPr txBox="1"/>
          <p:nvPr>
            <p:ph type="body" sz="quarter" idx="21" hasCustomPrompt="1"/>
          </p:nvPr>
        </p:nvSpPr>
        <p:spPr>
          <a:xfrm>
            <a:off x="1727200" y="1003300"/>
            <a:ext cx="20929600" cy="482600"/>
          </a:xfrm>
          <a:prstGeom prst="rect">
            <a:avLst/>
          </a:prstGeom>
        </p:spPr>
        <p:txBody>
          <a:bodyPr anchor="ctr"/>
          <a:lstStyle>
            <a:lvl1pPr defTabSz="685800">
              <a:lnSpc>
                <a:spcPct val="100000"/>
              </a:lnSpc>
              <a:defRPr b="1" cap="all" spc="0" sz="2000">
                <a:solidFill>
                  <a:srgbClr val="227AAF"/>
                </a:solidFill>
              </a:defRPr>
            </a:lvl1pPr>
          </a:lstStyle>
          <a:p>
            <a:pPr/>
            <a:r>
              <a:t>Author and Date</a:t>
            </a:r>
          </a:p>
        </p:txBody>
      </p:sp>
      <p:sp>
        <p:nvSpPr>
          <p:cNvPr id="116" name="Slide Number"/>
          <p:cNvSpPr txBox="1"/>
          <p:nvPr>
            <p:ph type="sldNum" sz="quarter" idx="2"/>
          </p:nvPr>
        </p:nvSpPr>
        <p:spPr>
          <a:xfrm>
            <a:off x="12001500" y="13030199"/>
            <a:ext cx="386335" cy="4191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Agenda Title"/>
          <p:cNvSpPr txBox="1"/>
          <p:nvPr>
            <p:ph type="title" hasCustomPrompt="1"/>
          </p:nvPr>
        </p:nvSpPr>
        <p:spPr>
          <a:xfrm>
            <a:off x="1727200" y="1739900"/>
            <a:ext cx="20929600" cy="3300115"/>
          </a:xfrm>
          <a:prstGeom prst="rect">
            <a:avLst/>
          </a:prstGeom>
        </p:spPr>
        <p:txBody>
          <a:bodyPr anchor="t"/>
          <a:lstStyle/>
          <a:p>
            <a:pPr/>
            <a:r>
              <a:t>Agenda Title</a:t>
            </a:r>
          </a:p>
        </p:txBody>
      </p:sp>
      <p:sp>
        <p:nvSpPr>
          <p:cNvPr id="124" name="Body Level One…"/>
          <p:cNvSpPr txBox="1"/>
          <p:nvPr>
            <p:ph type="body" sz="half" idx="1" hasCustomPrompt="1"/>
          </p:nvPr>
        </p:nvSpPr>
        <p:spPr>
          <a:xfrm>
            <a:off x="1727200" y="5043258"/>
            <a:ext cx="20929600" cy="6172201"/>
          </a:xfrm>
          <a:prstGeom prst="rect">
            <a:avLst/>
          </a:prstGeom>
        </p:spPr>
        <p:txBody>
          <a:bodyPr/>
          <a:lstStyle>
            <a:lvl1pPr algn="l" defTabSz="12700">
              <a:lnSpc>
                <a:spcPct val="100000"/>
              </a:lnSpc>
              <a:spcBef>
                <a:spcPts val="240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pc="0" sz="5600">
                <a:solidFill>
                  <a:srgbClr val="4A4A4A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  <a:lvl2pPr algn="l" defTabSz="12700">
              <a:lnSpc>
                <a:spcPct val="100000"/>
              </a:lnSpc>
              <a:spcBef>
                <a:spcPts val="240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pc="0" sz="5600">
                <a:solidFill>
                  <a:srgbClr val="4A4A4A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2pPr>
            <a:lvl3pPr algn="l" defTabSz="12700">
              <a:lnSpc>
                <a:spcPct val="100000"/>
              </a:lnSpc>
              <a:spcBef>
                <a:spcPts val="240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pc="0" sz="5600">
                <a:solidFill>
                  <a:srgbClr val="4A4A4A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3pPr>
            <a:lvl4pPr algn="l" defTabSz="12700">
              <a:lnSpc>
                <a:spcPct val="100000"/>
              </a:lnSpc>
              <a:spcBef>
                <a:spcPts val="240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pc="0" sz="5600">
                <a:solidFill>
                  <a:srgbClr val="4A4A4A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4pPr>
            <a:lvl5pPr algn="l" defTabSz="12700">
              <a:lnSpc>
                <a:spcPct val="100000"/>
              </a:lnSpc>
              <a:spcBef>
                <a:spcPts val="240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pc="0" sz="5600">
                <a:solidFill>
                  <a:srgbClr val="4A4A4A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5" name="Slide Number"/>
          <p:cNvSpPr txBox="1"/>
          <p:nvPr>
            <p:ph type="sldNum" sz="quarter" idx="2"/>
          </p:nvPr>
        </p:nvSpPr>
        <p:spPr>
          <a:xfrm>
            <a:off x="12001500" y="13030199"/>
            <a:ext cx="386335" cy="4191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Body Level One…"/>
          <p:cNvSpPr txBox="1"/>
          <p:nvPr>
            <p:ph type="body" sz="quarter" idx="1" hasCustomPrompt="1"/>
          </p:nvPr>
        </p:nvSpPr>
        <p:spPr>
          <a:xfrm>
            <a:off x="1727200" y="5281886"/>
            <a:ext cx="20929600" cy="3136901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80000"/>
              </a:lnSpc>
              <a:defRPr spc="-86" sz="8600">
                <a:solidFill>
                  <a:srgbClr val="4A4A4A"/>
                </a:solidFill>
                <a:latin typeface="Publico Headline Roman"/>
                <a:ea typeface="Publico Headline Roman"/>
                <a:cs typeface="Publico Headline Roman"/>
                <a:sym typeface="Publico Headline Roman"/>
              </a:defRPr>
            </a:lvl1pPr>
            <a:lvl2pPr>
              <a:lnSpc>
                <a:spcPct val="80000"/>
              </a:lnSpc>
              <a:defRPr spc="-86" sz="8600">
                <a:solidFill>
                  <a:srgbClr val="4A4A4A"/>
                </a:solidFill>
                <a:latin typeface="Publico Headline Roman"/>
                <a:ea typeface="Publico Headline Roman"/>
                <a:cs typeface="Publico Headline Roman"/>
                <a:sym typeface="Publico Headline Roman"/>
              </a:defRPr>
            </a:lvl2pPr>
            <a:lvl3pPr>
              <a:lnSpc>
                <a:spcPct val="80000"/>
              </a:lnSpc>
              <a:defRPr spc="-86" sz="8600">
                <a:solidFill>
                  <a:srgbClr val="4A4A4A"/>
                </a:solidFill>
                <a:latin typeface="Publico Headline Roman"/>
                <a:ea typeface="Publico Headline Roman"/>
                <a:cs typeface="Publico Headline Roman"/>
                <a:sym typeface="Publico Headline Roman"/>
              </a:defRPr>
            </a:lvl3pPr>
            <a:lvl4pPr>
              <a:lnSpc>
                <a:spcPct val="80000"/>
              </a:lnSpc>
              <a:defRPr spc="-86" sz="8600">
                <a:solidFill>
                  <a:srgbClr val="4A4A4A"/>
                </a:solidFill>
                <a:latin typeface="Publico Headline Roman"/>
                <a:ea typeface="Publico Headline Roman"/>
                <a:cs typeface="Publico Headline Roman"/>
                <a:sym typeface="Publico Headline Roman"/>
              </a:defRPr>
            </a:lvl4pPr>
            <a:lvl5pPr>
              <a:lnSpc>
                <a:spcPct val="80000"/>
              </a:lnSpc>
              <a:defRPr spc="-86" sz="8600">
                <a:solidFill>
                  <a:srgbClr val="4A4A4A"/>
                </a:solidFill>
                <a:latin typeface="Publico Headline Roman"/>
                <a:ea typeface="Publico Headline Roman"/>
                <a:cs typeface="Publico Headline Roman"/>
                <a:sym typeface="Publico Headline Roman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3" name="Slide Number"/>
          <p:cNvSpPr txBox="1"/>
          <p:nvPr>
            <p:ph type="sldNum" sz="quarter" idx="2"/>
          </p:nvPr>
        </p:nvSpPr>
        <p:spPr>
          <a:xfrm>
            <a:off x="12001500" y="13030199"/>
            <a:ext cx="386335" cy="4191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ig Fact">
    <p:bg>
      <p:bgPr>
        <a:solidFill>
          <a:srgbClr val="227AA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Fact information"/>
          <p:cNvSpPr txBox="1"/>
          <p:nvPr>
            <p:ph type="body" sz="quarter" idx="21" hasCustomPrompt="1"/>
          </p:nvPr>
        </p:nvSpPr>
        <p:spPr>
          <a:xfrm>
            <a:off x="1727200" y="8611966"/>
            <a:ext cx="20929600" cy="908813"/>
          </a:xfrm>
          <a:prstGeom prst="rect">
            <a:avLst/>
          </a:prstGeom>
        </p:spPr>
        <p:txBody>
          <a:bodyPr/>
          <a:lstStyle>
            <a:lvl1pPr>
              <a:spcBef>
                <a:spcPts val="2000"/>
              </a:spcBef>
              <a:defRPr>
                <a:solidFill>
                  <a:srgbClr val="F0EBE0"/>
                </a:solidFill>
              </a:defRPr>
            </a:lvl1pPr>
          </a:lstStyle>
          <a:p>
            <a:pPr/>
            <a:r>
              <a:t>Fact information</a:t>
            </a:r>
          </a:p>
        </p:txBody>
      </p:sp>
      <p:sp>
        <p:nvSpPr>
          <p:cNvPr id="141" name="Line"/>
          <p:cNvSpPr/>
          <p:nvPr/>
        </p:nvSpPr>
        <p:spPr>
          <a:xfrm>
            <a:off x="863600" y="12852400"/>
            <a:ext cx="22656801" cy="0"/>
          </a:xfrm>
          <a:prstGeom prst="line">
            <a:avLst/>
          </a:prstGeom>
          <a:ln w="12700">
            <a:solidFill>
              <a:srgbClr val="EFEBDF"/>
            </a:solidFill>
            <a:miter lim="400000"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defRPr cap="all" sz="3000">
                <a:solidFill>
                  <a:srgbClr val="FFFFFF"/>
                </a:solidFill>
                <a:latin typeface="Publico Text Roman"/>
                <a:ea typeface="Publico Text Roman"/>
                <a:cs typeface="Publico Text Roman"/>
                <a:sym typeface="Publico Text Roman"/>
              </a:defRPr>
            </a:pPr>
          </a:p>
        </p:txBody>
      </p:sp>
      <p:sp>
        <p:nvSpPr>
          <p:cNvPr id="142" name="Line"/>
          <p:cNvSpPr/>
          <p:nvPr/>
        </p:nvSpPr>
        <p:spPr>
          <a:xfrm>
            <a:off x="863600" y="889000"/>
            <a:ext cx="22656801" cy="0"/>
          </a:xfrm>
          <a:prstGeom prst="line">
            <a:avLst/>
          </a:prstGeom>
          <a:ln w="50800">
            <a:solidFill>
              <a:srgbClr val="EFEBDF"/>
            </a:solidFill>
            <a:miter lim="400000"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defRPr cap="all" sz="3000">
                <a:solidFill>
                  <a:srgbClr val="FFFFFF"/>
                </a:solidFill>
                <a:latin typeface="Publico Text Roman"/>
                <a:ea typeface="Publico Text Roman"/>
                <a:cs typeface="Publico Text Roman"/>
                <a:sym typeface="Publico Text Roman"/>
              </a:defRPr>
            </a:pPr>
          </a:p>
        </p:txBody>
      </p:sp>
      <p:sp>
        <p:nvSpPr>
          <p:cNvPr id="143" name="Body Level One…"/>
          <p:cNvSpPr txBox="1"/>
          <p:nvPr>
            <p:ph type="body" idx="1" hasCustomPrompt="1"/>
          </p:nvPr>
        </p:nvSpPr>
        <p:spPr>
          <a:xfrm>
            <a:off x="1727200" y="1098623"/>
            <a:ext cx="20929600" cy="7461177"/>
          </a:xfrm>
          <a:prstGeom prst="rect">
            <a:avLst/>
          </a:prstGeom>
        </p:spPr>
        <p:txBody>
          <a:bodyPr anchor="b"/>
          <a:lstStyle>
            <a:lvl1pPr>
              <a:lnSpc>
                <a:spcPct val="70000"/>
              </a:lnSpc>
              <a:defRPr b="1" spc="-300" sz="30000">
                <a:solidFill>
                  <a:srgbClr val="FFFFFF"/>
                </a:solidFill>
                <a:latin typeface="Publico Headline Roman"/>
                <a:ea typeface="Publico Headline Roman"/>
                <a:cs typeface="Publico Headline Roman"/>
                <a:sym typeface="Publico Headline Roman"/>
              </a:defRPr>
            </a:lvl1pPr>
            <a:lvl2pPr>
              <a:lnSpc>
                <a:spcPct val="70000"/>
              </a:lnSpc>
              <a:defRPr b="1" spc="-300" sz="30000">
                <a:solidFill>
                  <a:srgbClr val="FFFFFF"/>
                </a:solidFill>
                <a:latin typeface="Publico Headline Roman"/>
                <a:ea typeface="Publico Headline Roman"/>
                <a:cs typeface="Publico Headline Roman"/>
                <a:sym typeface="Publico Headline Roman"/>
              </a:defRPr>
            </a:lvl2pPr>
            <a:lvl3pPr>
              <a:lnSpc>
                <a:spcPct val="70000"/>
              </a:lnSpc>
              <a:defRPr b="1" spc="-300" sz="30000">
                <a:solidFill>
                  <a:srgbClr val="FFFFFF"/>
                </a:solidFill>
                <a:latin typeface="Publico Headline Roman"/>
                <a:ea typeface="Publico Headline Roman"/>
                <a:cs typeface="Publico Headline Roman"/>
                <a:sym typeface="Publico Headline Roman"/>
              </a:defRPr>
            </a:lvl3pPr>
            <a:lvl4pPr>
              <a:lnSpc>
                <a:spcPct val="70000"/>
              </a:lnSpc>
              <a:defRPr b="1" spc="-300" sz="30000">
                <a:solidFill>
                  <a:srgbClr val="FFFFFF"/>
                </a:solidFill>
                <a:latin typeface="Publico Headline Roman"/>
                <a:ea typeface="Publico Headline Roman"/>
                <a:cs typeface="Publico Headline Roman"/>
                <a:sym typeface="Publico Headline Roman"/>
              </a:defRPr>
            </a:lvl4pPr>
            <a:lvl5pPr>
              <a:lnSpc>
                <a:spcPct val="70000"/>
              </a:lnSpc>
              <a:defRPr b="1" spc="-300" sz="30000">
                <a:solidFill>
                  <a:srgbClr val="FFFFFF"/>
                </a:solidFill>
                <a:latin typeface="Publico Headline Roman"/>
                <a:ea typeface="Publico Headline Roman"/>
                <a:cs typeface="Publico Headline Roman"/>
                <a:sym typeface="Publico Headline Roman"/>
              </a:defRPr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4" name="Slide Number"/>
          <p:cNvSpPr txBox="1"/>
          <p:nvPr>
            <p:ph type="sldNum" sz="quarter" idx="2"/>
          </p:nvPr>
        </p:nvSpPr>
        <p:spPr>
          <a:xfrm>
            <a:off x="12001500" y="13030199"/>
            <a:ext cx="386335" cy="4191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0EBE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The Royal Danish Playhouse, a modern waterfront building in Copenhagen, viewed from the harbor at sunset"/>
          <p:cNvSpPr/>
          <p:nvPr>
            <p:ph type="pic" idx="21"/>
          </p:nvPr>
        </p:nvSpPr>
        <p:spPr>
          <a:xfrm>
            <a:off x="-25400" y="-5359400"/>
            <a:ext cx="24422100" cy="24422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2" name="Body Level One…"/>
          <p:cNvSpPr txBox="1"/>
          <p:nvPr>
            <p:ph type="body" sz="quarter" idx="1" hasCustomPrompt="1"/>
          </p:nvPr>
        </p:nvSpPr>
        <p:spPr>
          <a:xfrm>
            <a:off x="1409700" y="2119884"/>
            <a:ext cx="10775585" cy="1936416"/>
          </a:xfrm>
          <a:prstGeom prst="rect">
            <a:avLst/>
          </a:prstGeom>
        </p:spPr>
        <p:txBody>
          <a:bodyPr/>
          <a:lstStyle>
            <a:lvl1pPr>
              <a:defRPr spc="-58" sz="5800">
                <a:solidFill>
                  <a:srgbClr val="247AB0"/>
                </a:solidFill>
                <a:latin typeface="Publico Headline Roman"/>
                <a:ea typeface="Publico Headline Roman"/>
                <a:cs typeface="Publico Headline Roman"/>
                <a:sym typeface="Publico Headline Roman"/>
              </a:defRPr>
            </a:lvl1pPr>
            <a:lvl2pPr>
              <a:defRPr spc="-58" sz="5800">
                <a:solidFill>
                  <a:srgbClr val="247AB0"/>
                </a:solidFill>
                <a:latin typeface="Publico Headline Roman"/>
                <a:ea typeface="Publico Headline Roman"/>
                <a:cs typeface="Publico Headline Roman"/>
                <a:sym typeface="Publico Headline Roman"/>
              </a:defRPr>
            </a:lvl2pPr>
            <a:lvl3pPr>
              <a:defRPr spc="-58" sz="5800">
                <a:solidFill>
                  <a:srgbClr val="247AB0"/>
                </a:solidFill>
                <a:latin typeface="Publico Headline Roman"/>
                <a:ea typeface="Publico Headline Roman"/>
                <a:cs typeface="Publico Headline Roman"/>
                <a:sym typeface="Publico Headline Roman"/>
              </a:defRPr>
            </a:lvl3pPr>
            <a:lvl4pPr>
              <a:defRPr spc="-58" sz="5800">
                <a:solidFill>
                  <a:srgbClr val="247AB0"/>
                </a:solidFill>
                <a:latin typeface="Publico Headline Roman"/>
                <a:ea typeface="Publico Headline Roman"/>
                <a:cs typeface="Publico Headline Roman"/>
                <a:sym typeface="Publico Headline Roman"/>
              </a:defRPr>
            </a:lvl4pPr>
            <a:lvl5pPr>
              <a:defRPr spc="-58" sz="5800">
                <a:solidFill>
                  <a:srgbClr val="247AB0"/>
                </a:solidFill>
                <a:latin typeface="Publico Headline Roman"/>
                <a:ea typeface="Publico Headline Roman"/>
                <a:cs typeface="Publico Headline Roman"/>
                <a:sym typeface="Publico Headline Roman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53" name="Line"/>
          <p:cNvSpPr/>
          <p:nvPr/>
        </p:nvSpPr>
        <p:spPr>
          <a:xfrm>
            <a:off x="863600" y="889000"/>
            <a:ext cx="22656801" cy="0"/>
          </a:xfrm>
          <a:prstGeom prst="line">
            <a:avLst/>
          </a:prstGeom>
          <a:ln w="50800">
            <a:solidFill>
              <a:srgbClr val="227AAF"/>
            </a:solidFill>
            <a:miter lim="400000"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defRPr cap="all" sz="3000">
                <a:solidFill>
                  <a:srgbClr val="FFFFFF"/>
                </a:solidFill>
                <a:latin typeface="Publico Text Roman"/>
                <a:ea typeface="Publico Text Roman"/>
                <a:cs typeface="Publico Text Roman"/>
                <a:sym typeface="Publico Text Roman"/>
              </a:defRPr>
            </a:pPr>
          </a:p>
        </p:txBody>
      </p:sp>
      <p:sp>
        <p:nvSpPr>
          <p:cNvPr id="154" name="Line"/>
          <p:cNvSpPr/>
          <p:nvPr/>
        </p:nvSpPr>
        <p:spPr>
          <a:xfrm>
            <a:off x="863600" y="12852400"/>
            <a:ext cx="22656801" cy="0"/>
          </a:xfrm>
          <a:prstGeom prst="line">
            <a:avLst/>
          </a:prstGeom>
          <a:ln w="12700">
            <a:solidFill>
              <a:srgbClr val="227AAF"/>
            </a:solidFill>
            <a:miter lim="400000"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defRPr cap="all" sz="3000">
                <a:solidFill>
                  <a:srgbClr val="FFFFFF"/>
                </a:solidFill>
                <a:latin typeface="Publico Text Roman"/>
                <a:ea typeface="Publico Text Roman"/>
                <a:cs typeface="Publico Text Roman"/>
                <a:sym typeface="Publico Text Roman"/>
              </a:defRPr>
            </a:pPr>
          </a:p>
        </p:txBody>
      </p:sp>
      <p:sp>
        <p:nvSpPr>
          <p:cNvPr id="155" name="Attribution"/>
          <p:cNvSpPr txBox="1"/>
          <p:nvPr>
            <p:ph type="body" sz="quarter" idx="22" hasCustomPrompt="1"/>
          </p:nvPr>
        </p:nvSpPr>
        <p:spPr>
          <a:xfrm>
            <a:off x="1409700" y="4051453"/>
            <a:ext cx="10775585" cy="543053"/>
          </a:xfrm>
          <a:prstGeom prst="rect">
            <a:avLst/>
          </a:prstGeom>
        </p:spPr>
        <p:txBody>
          <a:bodyPr anchor="ctr"/>
          <a:lstStyle>
            <a:lvl1pPr defTabSz="12700">
              <a:lnSpc>
                <a:spcPct val="100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pc="0" sz="2400">
                <a:solidFill>
                  <a:srgbClr val="227AAF"/>
                </a:solidFill>
                <a:latin typeface="Publico Text Semibold"/>
                <a:ea typeface="Publico Text Semibold"/>
                <a:cs typeface="Publico Text Semibold"/>
                <a:sym typeface="Publico Text Semibold"/>
              </a:defRPr>
            </a:lvl1pPr>
          </a:lstStyle>
          <a:p>
            <a:pPr/>
            <a:r>
              <a:t>Attribution</a:t>
            </a:r>
          </a:p>
        </p:txBody>
      </p:sp>
      <p:sp>
        <p:nvSpPr>
          <p:cNvPr id="156" name="Slide Number"/>
          <p:cNvSpPr txBox="1"/>
          <p:nvPr>
            <p:ph type="sldNum" sz="quarter" idx="2"/>
          </p:nvPr>
        </p:nvSpPr>
        <p:spPr>
          <a:xfrm>
            <a:off x="12001500" y="13030199"/>
            <a:ext cx="386335" cy="4191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The Royal Danish Playhouse, a modern waterfront building in Copenhagen, viewed from the harbor at sunset"/>
          <p:cNvSpPr/>
          <p:nvPr>
            <p:ph type="pic" sz="quarter" idx="21"/>
          </p:nvPr>
        </p:nvSpPr>
        <p:spPr>
          <a:xfrm>
            <a:off x="14727242" y="5618197"/>
            <a:ext cx="7877462" cy="787746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64" name="The Black Diamond, a modern waterfront extension to the Royal Danish Library building in Copenhagen, lit up at night"/>
          <p:cNvSpPr/>
          <p:nvPr>
            <p:ph type="pic" sz="quarter" idx="22"/>
          </p:nvPr>
        </p:nvSpPr>
        <p:spPr>
          <a:xfrm>
            <a:off x="14700215" y="1511300"/>
            <a:ext cx="7943851" cy="52959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65" name="Suspension bridge over water at sunset"/>
          <p:cNvSpPr/>
          <p:nvPr>
            <p:ph type="pic" idx="23"/>
          </p:nvPr>
        </p:nvSpPr>
        <p:spPr>
          <a:xfrm>
            <a:off x="1778000" y="1346200"/>
            <a:ext cx="12852400" cy="1101634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66" name="Slide Number"/>
          <p:cNvSpPr txBox="1"/>
          <p:nvPr>
            <p:ph type="sldNum" sz="quarter" idx="2"/>
          </p:nvPr>
        </p:nvSpPr>
        <p:spPr>
          <a:xfrm>
            <a:off x="12001500" y="13030199"/>
            <a:ext cx="386335" cy="4191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Aerial photo of the Circle Bridge, a modern pedestrian bridge in Copenhagen with five circular platforms"/>
          <p:cNvSpPr/>
          <p:nvPr>
            <p:ph type="pic" idx="21"/>
          </p:nvPr>
        </p:nvSpPr>
        <p:spPr>
          <a:xfrm>
            <a:off x="1727200" y="-1422400"/>
            <a:ext cx="21310600" cy="159893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74" name="Slide Number"/>
          <p:cNvSpPr txBox="1"/>
          <p:nvPr>
            <p:ph type="sldNum" sz="quarter" idx="2"/>
          </p:nvPr>
        </p:nvSpPr>
        <p:spPr>
          <a:xfrm>
            <a:off x="12001500" y="13030199"/>
            <a:ext cx="386335" cy="4191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Slide Number"/>
          <p:cNvSpPr txBox="1"/>
          <p:nvPr>
            <p:ph type="sldNum" sz="quarter" idx="2"/>
          </p:nvPr>
        </p:nvSpPr>
        <p:spPr>
          <a:xfrm>
            <a:off x="12001500" y="13030199"/>
            <a:ext cx="386335" cy="4191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0EB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ation Title"/>
          <p:cNvSpPr txBox="1"/>
          <p:nvPr>
            <p:ph type="title" hasCustomPrompt="1"/>
          </p:nvPr>
        </p:nvSpPr>
        <p:spPr>
          <a:xfrm>
            <a:off x="1727200" y="4428480"/>
            <a:ext cx="20929600" cy="27978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>
            <a:normAutofit fontScale="100000" lnSpcReduction="0"/>
          </a:bodyPr>
          <a:lstStyle/>
          <a:p>
            <a:pPr/>
            <a:r>
              <a:t>Presentation Title</a:t>
            </a:r>
          </a:p>
        </p:txBody>
      </p:sp>
      <p:sp>
        <p:nvSpPr>
          <p:cNvPr id="3" name="Line"/>
          <p:cNvSpPr/>
          <p:nvPr/>
        </p:nvSpPr>
        <p:spPr>
          <a:xfrm>
            <a:off x="863600" y="889000"/>
            <a:ext cx="22656801" cy="0"/>
          </a:xfrm>
          <a:prstGeom prst="line">
            <a:avLst/>
          </a:prstGeom>
          <a:ln w="50800">
            <a:solidFill>
              <a:srgbClr val="227AAF"/>
            </a:solidFill>
            <a:miter lim="400000"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defRPr cap="all" sz="3000">
                <a:solidFill>
                  <a:srgbClr val="FFFFFF"/>
                </a:solidFill>
                <a:latin typeface="Publico Text Roman"/>
                <a:ea typeface="Publico Text Roman"/>
                <a:cs typeface="Publico Text Roman"/>
                <a:sym typeface="Publico Text Roman"/>
              </a:defRPr>
            </a:pPr>
          </a:p>
        </p:txBody>
      </p:sp>
      <p:sp>
        <p:nvSpPr>
          <p:cNvPr id="4" name="Line"/>
          <p:cNvSpPr/>
          <p:nvPr/>
        </p:nvSpPr>
        <p:spPr>
          <a:xfrm>
            <a:off x="863600" y="12852400"/>
            <a:ext cx="22656801" cy="0"/>
          </a:xfrm>
          <a:prstGeom prst="line">
            <a:avLst/>
          </a:prstGeom>
          <a:ln w="12700">
            <a:solidFill>
              <a:srgbClr val="227AAF"/>
            </a:solidFill>
            <a:miter lim="400000"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defRPr cap="all" sz="3000">
                <a:solidFill>
                  <a:srgbClr val="FFFFFF"/>
                </a:solidFill>
                <a:latin typeface="Publico Text Roman"/>
                <a:ea typeface="Publico Text Roman"/>
                <a:cs typeface="Publico Text Roman"/>
                <a:sym typeface="Publico Text Roman"/>
              </a:defRPr>
            </a:pPr>
          </a:p>
        </p:txBody>
      </p:sp>
      <p:sp>
        <p:nvSpPr>
          <p:cNvPr id="5" name="Body Level One…"/>
          <p:cNvSpPr txBox="1"/>
          <p:nvPr>
            <p:ph type="body" idx="1" hasCustomPrompt="1"/>
          </p:nvPr>
        </p:nvSpPr>
        <p:spPr>
          <a:xfrm>
            <a:off x="1727200" y="7251700"/>
            <a:ext cx="20929600" cy="20382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" name="Slide Number"/>
          <p:cNvSpPr txBox="1"/>
          <p:nvPr>
            <p:ph type="sldNum" sz="quarter" idx="2"/>
          </p:nvPr>
        </p:nvSpPr>
        <p:spPr>
          <a:xfrm>
            <a:off x="11998832" y="13030199"/>
            <a:ext cx="386335" cy="4191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821531">
              <a:lnSpc>
                <a:spcPct val="100000"/>
              </a:lnSpc>
              <a:spcBef>
                <a:spcPts val="0"/>
              </a:spcBef>
              <a:tabLst/>
              <a:defRPr sz="1800">
                <a:solidFill>
                  <a:srgbClr val="227AA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ctr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6" strike="noStrike" sz="8600" u="none">
          <a:solidFill>
            <a:srgbClr val="4A4A4A"/>
          </a:solidFill>
          <a:uFillTx/>
          <a:latin typeface="+mn-lt"/>
          <a:ea typeface="+mn-ea"/>
          <a:cs typeface="+mn-cs"/>
          <a:sym typeface="Publico Headline Black"/>
        </a:defRPr>
      </a:lvl1pPr>
      <a:lvl2pPr marL="0" marR="0" indent="457200" algn="ctr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6" strike="noStrike" sz="8600" u="none">
          <a:solidFill>
            <a:srgbClr val="4A4A4A"/>
          </a:solidFill>
          <a:uFillTx/>
          <a:latin typeface="+mn-lt"/>
          <a:ea typeface="+mn-ea"/>
          <a:cs typeface="+mn-cs"/>
          <a:sym typeface="Publico Headline Black"/>
        </a:defRPr>
      </a:lvl2pPr>
      <a:lvl3pPr marL="0" marR="0" indent="914400" algn="ctr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6" strike="noStrike" sz="8600" u="none">
          <a:solidFill>
            <a:srgbClr val="4A4A4A"/>
          </a:solidFill>
          <a:uFillTx/>
          <a:latin typeface="+mn-lt"/>
          <a:ea typeface="+mn-ea"/>
          <a:cs typeface="+mn-cs"/>
          <a:sym typeface="Publico Headline Black"/>
        </a:defRPr>
      </a:lvl3pPr>
      <a:lvl4pPr marL="0" marR="0" indent="1371600" algn="ctr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6" strike="noStrike" sz="8600" u="none">
          <a:solidFill>
            <a:srgbClr val="4A4A4A"/>
          </a:solidFill>
          <a:uFillTx/>
          <a:latin typeface="+mn-lt"/>
          <a:ea typeface="+mn-ea"/>
          <a:cs typeface="+mn-cs"/>
          <a:sym typeface="Publico Headline Black"/>
        </a:defRPr>
      </a:lvl4pPr>
      <a:lvl5pPr marL="0" marR="0" indent="1828800" algn="ctr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6" strike="noStrike" sz="8600" u="none">
          <a:solidFill>
            <a:srgbClr val="4A4A4A"/>
          </a:solidFill>
          <a:uFillTx/>
          <a:latin typeface="+mn-lt"/>
          <a:ea typeface="+mn-ea"/>
          <a:cs typeface="+mn-cs"/>
          <a:sym typeface="Publico Headline Black"/>
        </a:defRPr>
      </a:lvl5pPr>
      <a:lvl6pPr marL="0" marR="0" indent="2286000" algn="ctr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6" strike="noStrike" sz="8600" u="none">
          <a:solidFill>
            <a:srgbClr val="4A4A4A"/>
          </a:solidFill>
          <a:uFillTx/>
          <a:latin typeface="+mn-lt"/>
          <a:ea typeface="+mn-ea"/>
          <a:cs typeface="+mn-cs"/>
          <a:sym typeface="Publico Headline Black"/>
        </a:defRPr>
      </a:lvl6pPr>
      <a:lvl7pPr marL="0" marR="0" indent="2743200" algn="ctr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6" strike="noStrike" sz="8600" u="none">
          <a:solidFill>
            <a:srgbClr val="4A4A4A"/>
          </a:solidFill>
          <a:uFillTx/>
          <a:latin typeface="+mn-lt"/>
          <a:ea typeface="+mn-ea"/>
          <a:cs typeface="+mn-cs"/>
          <a:sym typeface="Publico Headline Black"/>
        </a:defRPr>
      </a:lvl7pPr>
      <a:lvl8pPr marL="0" marR="0" indent="3200400" algn="ctr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6" strike="noStrike" sz="8600" u="none">
          <a:solidFill>
            <a:srgbClr val="4A4A4A"/>
          </a:solidFill>
          <a:uFillTx/>
          <a:latin typeface="+mn-lt"/>
          <a:ea typeface="+mn-ea"/>
          <a:cs typeface="+mn-cs"/>
          <a:sym typeface="Publico Headline Black"/>
        </a:defRPr>
      </a:lvl8pPr>
      <a:lvl9pPr marL="0" marR="0" indent="3657600" algn="ctr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6" strike="noStrike" sz="8600" u="none">
          <a:solidFill>
            <a:srgbClr val="4A4A4A"/>
          </a:solidFill>
          <a:uFillTx/>
          <a:latin typeface="+mn-lt"/>
          <a:ea typeface="+mn-ea"/>
          <a:cs typeface="+mn-cs"/>
          <a:sym typeface="Publico Headline Black"/>
        </a:defRPr>
      </a:lvl9pPr>
    </p:titleStyle>
    <p:bodyStyle>
      <a:lvl1pPr marL="0" marR="0" indent="0" algn="ctr" defTabSz="5842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44" strike="noStrike" sz="4400" u="none">
          <a:solidFill>
            <a:srgbClr val="227AAE"/>
          </a:solidFill>
          <a:uFillTx/>
          <a:latin typeface="Publico Text Roman"/>
          <a:ea typeface="Publico Text Roman"/>
          <a:cs typeface="Publico Text Roman"/>
          <a:sym typeface="Publico Text Roman"/>
        </a:defRPr>
      </a:lvl1pPr>
      <a:lvl2pPr marL="0" marR="0" indent="457200" algn="ctr" defTabSz="5842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44" strike="noStrike" sz="4400" u="none">
          <a:solidFill>
            <a:srgbClr val="227AAE"/>
          </a:solidFill>
          <a:uFillTx/>
          <a:latin typeface="Publico Text Roman"/>
          <a:ea typeface="Publico Text Roman"/>
          <a:cs typeface="Publico Text Roman"/>
          <a:sym typeface="Publico Text Roman"/>
        </a:defRPr>
      </a:lvl2pPr>
      <a:lvl3pPr marL="0" marR="0" indent="914400" algn="ctr" defTabSz="5842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44" strike="noStrike" sz="4400" u="none">
          <a:solidFill>
            <a:srgbClr val="227AAE"/>
          </a:solidFill>
          <a:uFillTx/>
          <a:latin typeface="Publico Text Roman"/>
          <a:ea typeface="Publico Text Roman"/>
          <a:cs typeface="Publico Text Roman"/>
          <a:sym typeface="Publico Text Roman"/>
        </a:defRPr>
      </a:lvl3pPr>
      <a:lvl4pPr marL="0" marR="0" indent="1371600" algn="ctr" defTabSz="5842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44" strike="noStrike" sz="4400" u="none">
          <a:solidFill>
            <a:srgbClr val="227AAE"/>
          </a:solidFill>
          <a:uFillTx/>
          <a:latin typeface="Publico Text Roman"/>
          <a:ea typeface="Publico Text Roman"/>
          <a:cs typeface="Publico Text Roman"/>
          <a:sym typeface="Publico Text Roman"/>
        </a:defRPr>
      </a:lvl4pPr>
      <a:lvl5pPr marL="0" marR="0" indent="1828800" algn="ctr" defTabSz="5842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44" strike="noStrike" sz="4400" u="none">
          <a:solidFill>
            <a:srgbClr val="227AAE"/>
          </a:solidFill>
          <a:uFillTx/>
          <a:latin typeface="Publico Text Roman"/>
          <a:ea typeface="Publico Text Roman"/>
          <a:cs typeface="Publico Text Roman"/>
          <a:sym typeface="Publico Text Roman"/>
        </a:defRPr>
      </a:lvl5pPr>
      <a:lvl6pPr marL="0" marR="0" indent="2286000" algn="ctr" defTabSz="5842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44" strike="noStrike" sz="4400" u="none">
          <a:solidFill>
            <a:srgbClr val="227AAE"/>
          </a:solidFill>
          <a:uFillTx/>
          <a:latin typeface="Publico Text Roman"/>
          <a:ea typeface="Publico Text Roman"/>
          <a:cs typeface="Publico Text Roman"/>
          <a:sym typeface="Publico Text Roman"/>
        </a:defRPr>
      </a:lvl6pPr>
      <a:lvl7pPr marL="0" marR="0" indent="2743200" algn="ctr" defTabSz="5842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44" strike="noStrike" sz="4400" u="none">
          <a:solidFill>
            <a:srgbClr val="227AAE"/>
          </a:solidFill>
          <a:uFillTx/>
          <a:latin typeface="Publico Text Roman"/>
          <a:ea typeface="Publico Text Roman"/>
          <a:cs typeface="Publico Text Roman"/>
          <a:sym typeface="Publico Text Roman"/>
        </a:defRPr>
      </a:lvl7pPr>
      <a:lvl8pPr marL="0" marR="0" indent="3200400" algn="ctr" defTabSz="5842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44" strike="noStrike" sz="4400" u="none">
          <a:solidFill>
            <a:srgbClr val="227AAE"/>
          </a:solidFill>
          <a:uFillTx/>
          <a:latin typeface="Publico Text Roman"/>
          <a:ea typeface="Publico Text Roman"/>
          <a:cs typeface="Publico Text Roman"/>
          <a:sym typeface="Publico Text Roman"/>
        </a:defRPr>
      </a:lvl8pPr>
      <a:lvl9pPr marL="0" marR="0" indent="3657600" algn="ctr" defTabSz="5842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44" strike="noStrike" sz="4400" u="none">
          <a:solidFill>
            <a:srgbClr val="227AAE"/>
          </a:solidFill>
          <a:uFillTx/>
          <a:latin typeface="Publico Text Roman"/>
          <a:ea typeface="Publico Text Roman"/>
          <a:cs typeface="Publico Text Roman"/>
          <a:sym typeface="Publico Text Roman"/>
        </a:defRPr>
      </a:lvl9pPr>
    </p:bodyStyle>
    <p:otherStyle>
      <a:lvl1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Avenir Next Medium"/>
        </a:defRPr>
      </a:lvl1pPr>
      <a:lvl2pPr marL="0" marR="0" indent="4572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Avenir Next Medium"/>
        </a:defRPr>
      </a:lvl2pPr>
      <a:lvl3pPr marL="0" marR="0" indent="9144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Avenir Next Medium"/>
        </a:defRPr>
      </a:lvl3pPr>
      <a:lvl4pPr marL="0" marR="0" indent="13716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Avenir Next Medium"/>
        </a:defRPr>
      </a:lvl4pPr>
      <a:lvl5pPr marL="0" marR="0" indent="18288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Avenir Next Medium"/>
        </a:defRPr>
      </a:lvl5pPr>
      <a:lvl6pPr marL="0" marR="0" indent="22860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Avenir Next Medium"/>
        </a:defRPr>
      </a:lvl6pPr>
      <a:lvl7pPr marL="0" marR="0" indent="27432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Avenir Next Medium"/>
        </a:defRPr>
      </a:lvl7pPr>
      <a:lvl8pPr marL="0" marR="0" indent="32004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Avenir Next Medium"/>
        </a:defRPr>
      </a:lvl8pPr>
      <a:lvl9pPr marL="0" marR="0" indent="36576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Avenir Next Medium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data.humdata.org/dataset/wfp-food-prices" TargetMode="External"/><Relationship Id="rId3" Type="http://schemas.openxmlformats.org/officeDocument/2006/relationships/hyperlink" Target="https://data.worldbank.org/" TargetMode="External"/><Relationship Id="rId4" Type="http://schemas.openxmlformats.org/officeDocument/2006/relationships/hyperlink" Target="https://data.imf.org/" TargetMode="Externa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vimal-s-GBg3jyGS-Ug-unsplash.jpg" descr="vimal-s-GBg3jyGS-Ug-unsplash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191" name="Global Food Price Crisis"/>
          <p:cNvSpPr txBox="1"/>
          <p:nvPr>
            <p:ph type="ctrTitle"/>
          </p:nvPr>
        </p:nvSpPr>
        <p:spPr>
          <a:xfrm>
            <a:off x="5000688" y="1126483"/>
            <a:ext cx="14382624" cy="2184263"/>
          </a:xfrm>
          <a:prstGeom prst="rect">
            <a:avLst/>
          </a:prstGeom>
        </p:spPr>
        <p:txBody>
          <a:bodyPr anchor="ctr"/>
          <a:lstStyle>
            <a:lvl1pPr>
              <a:defRPr b="1" spc="-90" sz="9000">
                <a:gradFill flip="none" rotWithShape="1">
                  <a:gsLst>
                    <a:gs pos="30726">
                      <a:schemeClr val="accent2">
                        <a:hueOff val="-36765"/>
                        <a:satOff val="3464"/>
                        <a:lumOff val="16875"/>
                      </a:schemeClr>
                    </a:gs>
                    <a:gs pos="100000">
                      <a:srgbClr val="7F8081"/>
                    </a:gs>
                  </a:gsLst>
                  <a:lin ang="5830184" scaled="0"/>
                </a:gra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Global Food Price Crisis</a:t>
            </a:r>
          </a:p>
        </p:txBody>
      </p:sp>
      <p:sp>
        <p:nvSpPr>
          <p:cNvPr id="192" name="Which countries suffered most during recent crisis?"/>
          <p:cNvSpPr txBox="1"/>
          <p:nvPr>
            <p:ph type="subTitle" sz="quarter" idx="1"/>
          </p:nvPr>
        </p:nvSpPr>
        <p:spPr>
          <a:xfrm>
            <a:off x="2551461" y="2800425"/>
            <a:ext cx="19281078" cy="1353670"/>
          </a:xfrm>
          <a:prstGeom prst="rect">
            <a:avLst/>
          </a:prstGeom>
        </p:spPr>
        <p:txBody>
          <a:bodyPr anchor="ctr"/>
          <a:lstStyle>
            <a:lvl1pPr>
              <a:defRPr spc="-38" sz="3800">
                <a:gradFill flip="none" rotWithShape="1">
                  <a:gsLst>
                    <a:gs pos="25227">
                      <a:schemeClr val="accent2">
                        <a:hueOff val="-36765"/>
                        <a:satOff val="3464"/>
                        <a:lumOff val="16875"/>
                      </a:schemeClr>
                    </a:gs>
                    <a:gs pos="100000">
                      <a:srgbClr val="7F8081"/>
                    </a:gs>
                  </a:gsLst>
                  <a:lin ang="5830184" scaled="0"/>
                </a:gradFill>
              </a:defRPr>
            </a:lvl1pPr>
          </a:lstStyle>
          <a:p>
            <a:pPr/>
            <a:r>
              <a:t>Which countries suffered most during recent crisis?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DATASETS"/>
          <p:cNvSpPr txBox="1"/>
          <p:nvPr>
            <p:ph type="ctrTitle"/>
          </p:nvPr>
        </p:nvSpPr>
        <p:spPr>
          <a:xfrm>
            <a:off x="5000688" y="742181"/>
            <a:ext cx="14382624" cy="2184262"/>
          </a:xfrm>
          <a:prstGeom prst="rect">
            <a:avLst/>
          </a:prstGeom>
        </p:spPr>
        <p:txBody>
          <a:bodyPr anchor="ctr"/>
          <a:lstStyle>
            <a:lvl1pPr>
              <a:defRPr b="1" spc="-90" sz="9000">
                <a:solidFill>
                  <a:srgbClr val="4A4A4B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DATASETS</a:t>
            </a:r>
          </a:p>
        </p:txBody>
      </p:sp>
      <p:sp>
        <p:nvSpPr>
          <p:cNvPr id="195" name="World Food Programme Global Food Prices:…"/>
          <p:cNvSpPr txBox="1"/>
          <p:nvPr>
            <p:ph type="subTitle" idx="1"/>
          </p:nvPr>
        </p:nvSpPr>
        <p:spPr>
          <a:xfrm>
            <a:off x="2551461" y="2822650"/>
            <a:ext cx="19281078" cy="8115150"/>
          </a:xfrm>
          <a:prstGeom prst="rect">
            <a:avLst/>
          </a:prstGeom>
        </p:spPr>
        <p:txBody>
          <a:bodyPr anchor="ctr"/>
          <a:lstStyle/>
          <a:p>
            <a:pPr marL="127000" indent="-127000" algn="just">
              <a:lnSpc>
                <a:spcPct val="100000"/>
              </a:lnSpc>
              <a:buSzPct val="100000"/>
              <a:buChar char="‣"/>
              <a:defRPr spc="-29" sz="3000">
                <a:solidFill>
                  <a:srgbClr val="4A4A4B"/>
                </a:solidFill>
              </a:defRPr>
            </a:pPr>
            <a:r>
              <a:rPr b="1"/>
              <a:t>World Food Programme Global Food Prices</a:t>
            </a:r>
            <a:r>
              <a:t>:</a:t>
            </a:r>
          </a:p>
          <a:p>
            <a:pPr algn="just">
              <a:lnSpc>
                <a:spcPct val="100000"/>
              </a:lnSpc>
              <a:defRPr spc="-29" sz="3000">
                <a:solidFill>
                  <a:srgbClr val="4A4A4B"/>
                </a:solidFill>
              </a:defRPr>
            </a:pPr>
            <a:r>
              <a:t>Sourced from </a:t>
            </a:r>
            <a:r>
              <a:rPr u="sng">
                <a:hlinkClick r:id="rId2" invalidUrl="" action="" tgtFrame="" tooltip="" history="1" highlightClick="0" endSnd="0"/>
              </a:rPr>
              <a:t>https://data.humdata.org/dataset/wfp-food-prices</a:t>
            </a:r>
            <a:r>
              <a:t>; ~250 MB compressed with 1.96 million records across 94 countries, 831 commodities, and 1,500+ markets; monthly data from 2019-2025 including date, country, market, commodity, price, and currency.</a:t>
            </a:r>
          </a:p>
          <a:p>
            <a:pPr marL="127000" indent="-127000" algn="just">
              <a:lnSpc>
                <a:spcPct val="100000"/>
              </a:lnSpc>
              <a:buSzPct val="100000"/>
              <a:buChar char="‣"/>
              <a:defRPr spc="-29" sz="3000">
                <a:solidFill>
                  <a:srgbClr val="4A4A4B"/>
                </a:solidFill>
              </a:defRPr>
            </a:pPr>
            <a:r>
              <a:rPr b="1"/>
              <a:t>World Bank Development Indicators</a:t>
            </a:r>
            <a:r>
              <a:t>: </a:t>
            </a:r>
          </a:p>
          <a:p>
            <a:pPr algn="just">
              <a:lnSpc>
                <a:spcPct val="100000"/>
              </a:lnSpc>
              <a:defRPr spc="-29" sz="3000">
                <a:solidFill>
                  <a:srgbClr val="4A4A4B"/>
                </a:solidFill>
              </a:defRPr>
            </a:pPr>
            <a:r>
              <a:t>From </a:t>
            </a:r>
            <a:r>
              <a:rPr u="sng">
                <a:hlinkClick r:id="rId3" invalidUrl="" action="" tgtFrame="" tooltip="" history="1" highlightClick="0" endSnd="0"/>
              </a:rPr>
              <a:t>https://data.worldbank.org/</a:t>
            </a:r>
            <a:r>
              <a:t>; ~10 MB in 2 CSV files covering inflation (FP.CPI.TOTL.ZG) and GDP per capita (NY.GDP.PCAP.CD); annual data for 266 countries from 2019-2024 to correlate food inflation with economic context.</a:t>
            </a:r>
          </a:p>
          <a:p>
            <a:pPr marL="127000" indent="-127000" algn="just">
              <a:lnSpc>
                <a:spcPct val="100000"/>
              </a:lnSpc>
              <a:buSzPct val="100000"/>
              <a:buChar char="‣"/>
              <a:defRPr spc="-29" sz="3000">
                <a:solidFill>
                  <a:srgbClr val="4A4A4B"/>
                </a:solidFill>
              </a:defRPr>
            </a:pPr>
            <a:r>
              <a:rPr b="1"/>
              <a:t>IMF Currency Exchange Rates</a:t>
            </a:r>
            <a:r>
              <a:t>:</a:t>
            </a:r>
          </a:p>
          <a:p>
            <a:pPr algn="just">
              <a:lnSpc>
                <a:spcPct val="100000"/>
              </a:lnSpc>
              <a:defRPr spc="-29" sz="3000">
                <a:solidFill>
                  <a:srgbClr val="4A4A4B"/>
                </a:solidFill>
              </a:defRPr>
            </a:pPr>
            <a:r>
              <a:t>Sourced from </a:t>
            </a:r>
            <a:r>
              <a:rPr u="sng">
                <a:hlinkClick r:id="rId4" invalidUrl="" action="" tgtFrame="" tooltip="" history="1" highlightClick="0" endSnd="0"/>
              </a:rPr>
              <a:t>https://data.imf.org/</a:t>
            </a:r>
            <a:r>
              <a:t> (COFER); ~200 MB file used for normalizing prices during cleaning, though final focus was on percentage inflation to minimize exchange rate dependency.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Suspension bridge over water at sunset" descr="Suspension bridge over water at sunset"/>
          <p:cNvPicPr>
            <a:picLocks noChangeAspect="0"/>
          </p:cNvPicPr>
          <p:nvPr>
            <p:ph type="pic" idx="21"/>
          </p:nvPr>
        </p:nvPicPr>
        <p:blipFill>
          <a:blip r:embed="rId2">
            <a:extLst/>
          </a:blip>
          <a:stretch>
            <a:fillRect/>
          </a:stretch>
        </p:blipFill>
        <p:spPr>
          <a:xfrm>
            <a:off x="512583" y="2740525"/>
            <a:ext cx="11697075" cy="9132334"/>
          </a:xfrm>
          <a:prstGeom prst="rect">
            <a:avLst/>
          </a:prstGeom>
          <a:ln w="9525">
            <a:round/>
          </a:ln>
        </p:spPr>
      </p:pic>
      <p:sp>
        <p:nvSpPr>
          <p:cNvPr id="198" name="Food Category Contribution to Inflation"/>
          <p:cNvSpPr txBox="1"/>
          <p:nvPr>
            <p:ph type="title"/>
          </p:nvPr>
        </p:nvSpPr>
        <p:spPr>
          <a:xfrm>
            <a:off x="13671549" y="3863472"/>
            <a:ext cx="9271001" cy="1041959"/>
          </a:xfrm>
          <a:prstGeom prst="rect">
            <a:avLst/>
          </a:prstGeom>
        </p:spPr>
        <p:txBody>
          <a:bodyPr/>
          <a:lstStyle>
            <a:lvl1pPr>
              <a:defRPr spc="-38" sz="3800"/>
            </a:lvl1pPr>
          </a:lstStyle>
          <a:p>
            <a:pPr/>
            <a:r>
              <a:t>Food Category Contribution to Inflation</a:t>
            </a:r>
          </a:p>
        </p:txBody>
      </p:sp>
      <p:sp>
        <p:nvSpPr>
          <p:cNvPr id="199" name="The tree map sketch illustrates the contribution of various food categories to inflation, with the area size representing the percentage contribution (e.g., Cereals at 28%, Oils &amp; Fats at 22%, and Meat at 18%).…"/>
          <p:cNvSpPr txBox="1"/>
          <p:nvPr>
            <p:ph type="body" sz="quarter" idx="1"/>
          </p:nvPr>
        </p:nvSpPr>
        <p:spPr>
          <a:xfrm>
            <a:off x="13665200" y="5022402"/>
            <a:ext cx="9283701" cy="6300965"/>
          </a:xfrm>
          <a:prstGeom prst="rect">
            <a:avLst/>
          </a:prstGeom>
        </p:spPr>
        <p:txBody>
          <a:bodyPr/>
          <a:lstStyle/>
          <a:p>
            <a:pPr algn="just">
              <a:lnSpc>
                <a:spcPct val="90000"/>
              </a:lnSpc>
              <a:defRPr spc="-25" sz="2500">
                <a:solidFill>
                  <a:srgbClr val="4A4A4B"/>
                </a:solidFill>
              </a:defRPr>
            </a:pPr>
            <a:r>
              <a:t>The tree map sketch illustrates the contribution of various food categories to inflation, with the area size representing the percentage contribution (e.g., Cereals at 28%, Oils &amp; Fats at 22%, and Meat at 18%).</a:t>
            </a:r>
          </a:p>
          <a:p>
            <a:pPr algn="just">
              <a:lnSpc>
                <a:spcPct val="90000"/>
              </a:lnSpc>
              <a:defRPr spc="-25" sz="2500">
                <a:solidFill>
                  <a:srgbClr val="4A4A4B"/>
                </a:solidFill>
              </a:defRPr>
            </a:pPr>
          </a:p>
          <a:p>
            <a:pPr algn="just">
              <a:lnSpc>
                <a:spcPct val="90000"/>
              </a:lnSpc>
              <a:defRPr spc="-25" sz="2500">
                <a:solidFill>
                  <a:srgbClr val="4A4A4B"/>
                </a:solidFill>
              </a:defRPr>
            </a:pPr>
            <a:r>
              <a:t>This map emphasizes the primary drivers, such as staples, providing a comprehensive understanding of the impact of each category on inflation. It serves as a step-by-step guide to comprehending the influence of each category before integrating them into the final visualization.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Screenshot 2025-11-30 at 8.13.43 PM.png" descr="Screenshot 2025-11-30 at 8.13.43 PM.png"/>
          <p:cNvPicPr>
            <a:picLocks noChangeAspect="0"/>
          </p:cNvPicPr>
          <p:nvPr>
            <p:ph type="pic" idx="21"/>
          </p:nvPr>
        </p:nvPicPr>
        <p:blipFill>
          <a:blip r:embed="rId2">
            <a:extLst/>
          </a:blip>
          <a:stretch>
            <a:fillRect/>
          </a:stretch>
        </p:blipFill>
        <p:spPr>
          <a:xfrm>
            <a:off x="1885460" y="1315398"/>
            <a:ext cx="8420184" cy="11085204"/>
          </a:xfrm>
          <a:prstGeom prst="rect">
            <a:avLst/>
          </a:prstGeom>
          <a:ln w="9525">
            <a:round/>
          </a:ln>
        </p:spPr>
      </p:pic>
      <p:sp>
        <p:nvSpPr>
          <p:cNvPr id="202" name="Detailed overview of a country…"/>
          <p:cNvSpPr txBox="1"/>
          <p:nvPr>
            <p:ph type="title"/>
          </p:nvPr>
        </p:nvSpPr>
        <p:spPr>
          <a:xfrm>
            <a:off x="13671549" y="3892549"/>
            <a:ext cx="9271001" cy="1005858"/>
          </a:xfrm>
          <a:prstGeom prst="rect">
            <a:avLst/>
          </a:prstGeom>
        </p:spPr>
        <p:txBody>
          <a:bodyPr/>
          <a:lstStyle>
            <a:lvl1pPr>
              <a:defRPr spc="-38" sz="3800"/>
            </a:lvl1pPr>
          </a:lstStyle>
          <a:p>
            <a:pPr/>
            <a:r>
              <a:t>Detailed overview of a country…</a:t>
            </a:r>
          </a:p>
        </p:txBody>
      </p:sp>
      <p:sp>
        <p:nvSpPr>
          <p:cNvPr id="203" name="Zimbabwe has been analyzed as a comparative case study.…"/>
          <p:cNvSpPr txBox="1"/>
          <p:nvPr>
            <p:ph type="body" sz="quarter" idx="1"/>
          </p:nvPr>
        </p:nvSpPr>
        <p:spPr>
          <a:xfrm>
            <a:off x="13671549" y="5044456"/>
            <a:ext cx="9271001" cy="4446568"/>
          </a:xfrm>
          <a:prstGeom prst="rect">
            <a:avLst/>
          </a:prstGeom>
        </p:spPr>
        <p:txBody>
          <a:bodyPr/>
          <a:lstStyle/>
          <a:p>
            <a:pPr algn="just">
              <a:defRPr spc="-25" sz="2500">
                <a:solidFill>
                  <a:srgbClr val="4A4A4B"/>
                </a:solidFill>
              </a:defRPr>
            </a:pPr>
            <a:r>
              <a:t>Zimbabwe has been analyzed as a comparative case study.</a:t>
            </a:r>
          </a:p>
          <a:p>
            <a:pPr algn="just">
              <a:defRPr spc="-25" sz="2500">
                <a:solidFill>
                  <a:srgbClr val="4A4A4B"/>
                </a:solidFill>
              </a:defRPr>
            </a:pPr>
          </a:p>
          <a:p>
            <a:pPr algn="just">
              <a:defRPr spc="-25" sz="2500">
                <a:solidFill>
                  <a:srgbClr val="4A4A4B"/>
                </a:solidFill>
              </a:defRPr>
            </a:pPr>
            <a:r>
              <a:t>Zimbabwe's cumulative food price inflation rate from the 2019 baseline is 285 %.</a:t>
            </a:r>
          </a:p>
          <a:p>
            <a:pPr algn="just">
              <a:defRPr spc="-25" sz="2500">
                <a:solidFill>
                  <a:srgbClr val="4A4A4B"/>
                </a:solidFill>
              </a:defRPr>
            </a:pPr>
          </a:p>
          <a:p>
            <a:pPr algn="just">
              <a:defRPr spc="-25" sz="2500">
                <a:solidFill>
                  <a:srgbClr val="4A4A4B"/>
                </a:solidFill>
              </a:defRPr>
            </a:pPr>
            <a:r>
              <a:t>From our observations, Cereals, Oils, and Meat constitute the primary contributors to inflation, accounting for over 80% of the total. This substantial impact is evident, as the other categories collectively do not exceed 20%, exacerbating the inflationary situation in Zimbabwe.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6_FeatureStory">
  <a:themeElements>
    <a:clrScheme name="26_FeatureStory">
      <a:dk1>
        <a:srgbClr val="4A4A4A"/>
      </a:dk1>
      <a:lt1>
        <a:srgbClr val="F0EBE0"/>
      </a:lt1>
      <a:dk2>
        <a:srgbClr val="4A4A4B"/>
      </a:dk2>
      <a:lt2>
        <a:srgbClr val="C2C3C6"/>
      </a:lt2>
      <a:accent1>
        <a:srgbClr val="53BBE0"/>
      </a:accent1>
      <a:accent2>
        <a:srgbClr val="6DCFB9"/>
      </a:accent2>
      <a:accent3>
        <a:srgbClr val="90BF72"/>
      </a:accent3>
      <a:accent4>
        <a:srgbClr val="F2C449"/>
      </a:accent4>
      <a:accent5>
        <a:srgbClr val="FF4741"/>
      </a:accent5>
      <a:accent6>
        <a:srgbClr val="FF8700"/>
      </a:accent6>
      <a:hlink>
        <a:srgbClr val="0000FF"/>
      </a:hlink>
      <a:folHlink>
        <a:srgbClr val="FF00FF"/>
      </a:folHlink>
    </a:clrScheme>
    <a:fontScheme name="26_FeatureStory">
      <a:majorFont>
        <a:latin typeface="Publico Headline Black"/>
        <a:ea typeface="Publico Headline Black"/>
        <a:cs typeface="Publico Headline Black"/>
      </a:majorFont>
      <a:minorFont>
        <a:latin typeface="Publico Headline Black"/>
        <a:ea typeface="Publico Headline Black"/>
        <a:cs typeface="Publico Headline Black"/>
      </a:minorFont>
    </a:fontScheme>
    <a:fmtScheme name="26_FeatureStor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4B4A4B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127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>
            <a:tab pos="355600" algn="l"/>
            <a:tab pos="711200" algn="l"/>
            <a:tab pos="1066800" algn="l"/>
            <a:tab pos="1422400" algn="l"/>
            <a:tab pos="1778000" algn="l"/>
            <a:tab pos="2133600" algn="l"/>
            <a:tab pos="2489200" algn="l"/>
            <a:tab pos="2844800" algn="l"/>
            <a:tab pos="3200400" algn="l"/>
            <a:tab pos="3556000" algn="l"/>
            <a:tab pos="3911600" algn="l"/>
            <a:tab pos="4267200" algn="l"/>
          </a:tabLst>
          <a:defRPr b="0" baseline="0" cap="all" i="0" spc="0" strike="noStrike" sz="30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Publico Text Roman"/>
            <a:ea typeface="Publico Text Roman"/>
            <a:cs typeface="Publico Text Roman"/>
            <a:sym typeface="Publico Text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50800" cap="flat">
          <a:solidFill>
            <a:srgbClr val="227AA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12700" rtl="0" fontAlgn="auto" latinLnBrk="0" hangingPunct="0">
          <a:lnSpc>
            <a:spcPct val="80000"/>
          </a:lnSpc>
          <a:spcBef>
            <a:spcPts val="2400"/>
          </a:spcBef>
          <a:spcAft>
            <a:spcPts val="0"/>
          </a:spcAft>
          <a:buClrTx/>
          <a:buSzTx/>
          <a:buFontTx/>
          <a:buNone/>
          <a:tabLst>
            <a:tab pos="355600" algn="l"/>
            <a:tab pos="711200" algn="l"/>
            <a:tab pos="1066800" algn="l"/>
            <a:tab pos="1422400" algn="l"/>
            <a:tab pos="1778000" algn="l"/>
            <a:tab pos="2133600" algn="l"/>
            <a:tab pos="2489200" algn="l"/>
            <a:tab pos="2844800" algn="l"/>
            <a:tab pos="3200400" algn="l"/>
            <a:tab pos="3556000" algn="l"/>
            <a:tab pos="3911600" algn="l"/>
            <a:tab pos="4267200" algn="l"/>
          </a:tabLst>
          <a:defRPr b="0" baseline="0" cap="none" i="0" spc="0" strike="noStrike" sz="3600" u="none" kumimoji="0" normalizeH="0">
            <a:ln>
              <a:noFill/>
            </a:ln>
            <a:solidFill>
              <a:srgbClr val="4A4A4A"/>
            </a:solidFill>
            <a:effectLst/>
            <a:uFillTx/>
            <a:latin typeface="Avenir Next Medium"/>
            <a:ea typeface="Avenir Next Medium"/>
            <a:cs typeface="Avenir Next Medium"/>
            <a:sym typeface="Avenir Next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6_FeatureStory">
  <a:themeElements>
    <a:clrScheme name="26_FeatureStory">
      <a:dk1>
        <a:srgbClr val="000000"/>
      </a:dk1>
      <a:lt1>
        <a:srgbClr val="FFFFFF"/>
      </a:lt1>
      <a:dk2>
        <a:srgbClr val="4A4A4B"/>
      </a:dk2>
      <a:lt2>
        <a:srgbClr val="C2C3C6"/>
      </a:lt2>
      <a:accent1>
        <a:srgbClr val="53BBE0"/>
      </a:accent1>
      <a:accent2>
        <a:srgbClr val="6DCFB9"/>
      </a:accent2>
      <a:accent3>
        <a:srgbClr val="90BF72"/>
      </a:accent3>
      <a:accent4>
        <a:srgbClr val="F2C449"/>
      </a:accent4>
      <a:accent5>
        <a:srgbClr val="FF4741"/>
      </a:accent5>
      <a:accent6>
        <a:srgbClr val="FF8700"/>
      </a:accent6>
      <a:hlink>
        <a:srgbClr val="0000FF"/>
      </a:hlink>
      <a:folHlink>
        <a:srgbClr val="FF00FF"/>
      </a:folHlink>
    </a:clrScheme>
    <a:fontScheme name="26_FeatureStory">
      <a:majorFont>
        <a:latin typeface="Publico Headline Black"/>
        <a:ea typeface="Publico Headline Black"/>
        <a:cs typeface="Publico Headline Black"/>
      </a:majorFont>
      <a:minorFont>
        <a:latin typeface="Publico Headline Black"/>
        <a:ea typeface="Publico Headline Black"/>
        <a:cs typeface="Publico Headline Black"/>
      </a:minorFont>
    </a:fontScheme>
    <a:fmtScheme name="26_FeatureStor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4B4A4B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127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>
            <a:tab pos="355600" algn="l"/>
            <a:tab pos="711200" algn="l"/>
            <a:tab pos="1066800" algn="l"/>
            <a:tab pos="1422400" algn="l"/>
            <a:tab pos="1778000" algn="l"/>
            <a:tab pos="2133600" algn="l"/>
            <a:tab pos="2489200" algn="l"/>
            <a:tab pos="2844800" algn="l"/>
            <a:tab pos="3200400" algn="l"/>
            <a:tab pos="3556000" algn="l"/>
            <a:tab pos="3911600" algn="l"/>
            <a:tab pos="4267200" algn="l"/>
          </a:tabLst>
          <a:defRPr b="0" baseline="0" cap="all" i="0" spc="0" strike="noStrike" sz="30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Publico Text Roman"/>
            <a:ea typeface="Publico Text Roman"/>
            <a:cs typeface="Publico Text Roman"/>
            <a:sym typeface="Publico Text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50800" cap="flat">
          <a:solidFill>
            <a:srgbClr val="227AA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12700" rtl="0" fontAlgn="auto" latinLnBrk="0" hangingPunct="0">
          <a:lnSpc>
            <a:spcPct val="80000"/>
          </a:lnSpc>
          <a:spcBef>
            <a:spcPts val="2400"/>
          </a:spcBef>
          <a:spcAft>
            <a:spcPts val="0"/>
          </a:spcAft>
          <a:buClrTx/>
          <a:buSzTx/>
          <a:buFontTx/>
          <a:buNone/>
          <a:tabLst>
            <a:tab pos="355600" algn="l"/>
            <a:tab pos="711200" algn="l"/>
            <a:tab pos="1066800" algn="l"/>
            <a:tab pos="1422400" algn="l"/>
            <a:tab pos="1778000" algn="l"/>
            <a:tab pos="2133600" algn="l"/>
            <a:tab pos="2489200" algn="l"/>
            <a:tab pos="2844800" algn="l"/>
            <a:tab pos="3200400" algn="l"/>
            <a:tab pos="3556000" algn="l"/>
            <a:tab pos="3911600" algn="l"/>
            <a:tab pos="4267200" algn="l"/>
          </a:tabLst>
          <a:defRPr b="0" baseline="0" cap="none" i="0" spc="0" strike="noStrike" sz="3600" u="none" kumimoji="0" normalizeH="0">
            <a:ln>
              <a:noFill/>
            </a:ln>
            <a:solidFill>
              <a:srgbClr val="4A4A4A"/>
            </a:solidFill>
            <a:effectLst/>
            <a:uFillTx/>
            <a:latin typeface="Avenir Next Medium"/>
            <a:ea typeface="Avenir Next Medium"/>
            <a:cs typeface="Avenir Next Medium"/>
            <a:sym typeface="Avenir Next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